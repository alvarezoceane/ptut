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ns" charset="1" panose="020B0606030504020204"/>
      <p:regular r:id="rId23"/>
    </p:embeddedFont>
    <p:embeddedFont>
      <p:font typeface="Poppins Ultra-Bold" charset="1" panose="000009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 Light" charset="1" panose="020B03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put this as a second slide</a:t>
            </a:r>
          </a:p>
          <a:p>
            <a:r>
              <a:rPr lang="en-US"/>
              <a:t>first put a slide that explains the  end objective, why we are doing that, what problem they are trying to prove, why they are doing that</a:t>
            </a:r>
          </a:p>
          <a:p>
            <a:r>
              <a:rPr lang="en-US"/>
              <a:t>Why are we doing this?</a:t>
            </a:r>
          </a:p>
          <a:p>
            <a:r>
              <a:rPr lang="en-US"/>
              <a:t>C.elegans is the model organism because of its simple nervous system .</a:t>
            </a:r>
          </a:p>
          <a:p>
            <a:r>
              <a:rPr lang="en-US"/>
              <a:t>ultimate end goal: provide discussion of results tjhat confirms whether C.elegans behavior matches the mathematical predictions of the MVT. this will help understand the behavior of worms.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VAHEHhJBrmI.mp4" Type="http://schemas.openxmlformats.org/officeDocument/2006/relationships/video"/><Relationship Id="rId5" Target="../media/VAHEHhJBrmI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jpeg" Type="http://schemas.openxmlformats.org/officeDocument/2006/relationships/image"/><Relationship Id="rId4" Target="../media/image22.png" Type="http://schemas.openxmlformats.org/officeDocument/2006/relationships/image"/><Relationship Id="rId5" Target="../media/image42.png" Type="http://schemas.openxmlformats.org/officeDocument/2006/relationships/image"/><Relationship Id="rId6" Target="../media/image23.png" Type="http://schemas.openxmlformats.org/officeDocument/2006/relationships/image"/><Relationship Id="rId7" Target="../media/image43.png" Type="http://schemas.openxmlformats.org/officeDocument/2006/relationships/image"/><Relationship Id="rId8" Target="../media/image4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47.jpeg" Type="http://schemas.openxmlformats.org/officeDocument/2006/relationships/image"/><Relationship Id="rId5" Target="../media/image43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2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50.png" Type="http://schemas.openxmlformats.org/officeDocument/2006/relationships/image"/><Relationship Id="rId4" Target="../media/image25.png" Type="http://schemas.openxmlformats.org/officeDocument/2006/relationships/image"/><Relationship Id="rId5" Target="../media/image51.png" Type="http://schemas.openxmlformats.org/officeDocument/2006/relationships/image"/><Relationship Id="rId6" Target="../media/image35.png" Type="http://schemas.openxmlformats.org/officeDocument/2006/relationships/image"/><Relationship Id="rId7" Target="../media/image4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55.png" Type="http://schemas.openxmlformats.org/officeDocument/2006/relationships/image"/><Relationship Id="rId13" Target="../media/image42.png" Type="http://schemas.openxmlformats.org/officeDocument/2006/relationships/image"/><Relationship Id="rId14" Target="../media/image50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43.png" Type="http://schemas.openxmlformats.org/officeDocument/2006/relationships/image"/><Relationship Id="rId18" Target="../media/image58.png" Type="http://schemas.openxmlformats.org/officeDocument/2006/relationships/image"/><Relationship Id="rId19" Target="../media/image59.png" Type="http://schemas.openxmlformats.org/officeDocument/2006/relationships/image"/><Relationship Id="rId2" Target="../media/image52.png" Type="http://schemas.openxmlformats.org/officeDocument/2006/relationships/image"/><Relationship Id="rId20" Target="../media/image60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35.png" Type="http://schemas.openxmlformats.org/officeDocument/2006/relationships/image"/><Relationship Id="rId6" Target="../media/image51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876776" y="2024888"/>
            <a:ext cx="9655313" cy="723341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25975" y="558393"/>
            <a:ext cx="12756915" cy="81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0"/>
              </a:lnSpc>
              <a:spcBef>
                <a:spcPct val="0"/>
              </a:spcBef>
            </a:pPr>
            <a:r>
              <a:rPr lang="en-US" b="true" sz="4592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DID YOU THINK THAT C.ELGANS THINKS 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9437" y="7502525"/>
            <a:ext cx="3223846" cy="2057400"/>
          </a:xfrm>
          <a:custGeom>
            <a:avLst/>
            <a:gdLst/>
            <a:ahLst/>
            <a:cxnLst/>
            <a:rect r="r" b="b" t="t" l="l"/>
            <a:pathLst>
              <a:path h="2057400" w="3223846">
                <a:moveTo>
                  <a:pt x="0" y="0"/>
                </a:moveTo>
                <a:lnTo>
                  <a:pt x="3223846" y="0"/>
                </a:lnTo>
                <a:lnTo>
                  <a:pt x="322384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8961" y="436990"/>
            <a:ext cx="4274464" cy="3240821"/>
          </a:xfrm>
          <a:custGeom>
            <a:avLst/>
            <a:gdLst/>
            <a:ahLst/>
            <a:cxnLst/>
            <a:rect r="r" b="b" t="t" l="l"/>
            <a:pathLst>
              <a:path h="3240821" w="4274464">
                <a:moveTo>
                  <a:pt x="0" y="0"/>
                </a:moveTo>
                <a:lnTo>
                  <a:pt x="4274463" y="0"/>
                </a:lnTo>
                <a:lnTo>
                  <a:pt x="4274463" y="3240820"/>
                </a:lnTo>
                <a:lnTo>
                  <a:pt x="0" y="3240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5693773" y="2057400"/>
            <a:ext cx="3450227" cy="312160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>
            <a:off x="5693773" y="5179000"/>
            <a:ext cx="3450227" cy="3513121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442581" y="1028700"/>
            <a:ext cx="877248" cy="1453273"/>
          </a:xfrm>
          <a:custGeom>
            <a:avLst/>
            <a:gdLst/>
            <a:ahLst/>
            <a:cxnLst/>
            <a:rect r="r" b="b" t="t" l="l"/>
            <a:pathLst>
              <a:path h="1453273" w="877248">
                <a:moveTo>
                  <a:pt x="0" y="0"/>
                </a:moveTo>
                <a:lnTo>
                  <a:pt x="877249" y="0"/>
                </a:lnTo>
                <a:lnTo>
                  <a:pt x="877249" y="1453273"/>
                </a:lnTo>
                <a:lnTo>
                  <a:pt x="0" y="1453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354" y="2057400"/>
            <a:ext cx="5044476" cy="6068542"/>
          </a:xfrm>
          <a:custGeom>
            <a:avLst/>
            <a:gdLst/>
            <a:ahLst/>
            <a:cxnLst/>
            <a:rect r="r" b="b" t="t" l="l"/>
            <a:pathLst>
              <a:path h="6068542" w="5044476">
                <a:moveTo>
                  <a:pt x="0" y="0"/>
                </a:moveTo>
                <a:lnTo>
                  <a:pt x="5044476" y="0"/>
                </a:lnTo>
                <a:lnTo>
                  <a:pt x="5044476" y="6068542"/>
                </a:lnTo>
                <a:lnTo>
                  <a:pt x="0" y="6068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73580" y="5542477"/>
            <a:ext cx="2528732" cy="4114800"/>
          </a:xfrm>
          <a:custGeom>
            <a:avLst/>
            <a:gdLst/>
            <a:ahLst/>
            <a:cxnLst/>
            <a:rect r="r" b="b" t="t" l="l"/>
            <a:pathLst>
              <a:path h="4114800" w="2528732">
                <a:moveTo>
                  <a:pt x="0" y="0"/>
                </a:moveTo>
                <a:lnTo>
                  <a:pt x="2528732" y="0"/>
                </a:lnTo>
                <a:lnTo>
                  <a:pt x="2528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27237"/>
            <a:ext cx="3086939" cy="2618711"/>
          </a:xfrm>
          <a:custGeom>
            <a:avLst/>
            <a:gdLst/>
            <a:ahLst/>
            <a:cxnLst/>
            <a:rect r="r" b="b" t="t" l="l"/>
            <a:pathLst>
              <a:path h="2618711" w="3086939">
                <a:moveTo>
                  <a:pt x="0" y="0"/>
                </a:moveTo>
                <a:lnTo>
                  <a:pt x="3086939" y="0"/>
                </a:lnTo>
                <a:lnTo>
                  <a:pt x="3086939" y="2618711"/>
                </a:lnTo>
                <a:lnTo>
                  <a:pt x="0" y="2618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" r="0" b="-2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1128" y="-127572"/>
            <a:ext cx="4689576" cy="3163332"/>
          </a:xfrm>
          <a:custGeom>
            <a:avLst/>
            <a:gdLst/>
            <a:ahLst/>
            <a:cxnLst/>
            <a:rect r="r" b="b" t="t" l="l"/>
            <a:pathLst>
              <a:path h="3163332" w="4689576">
                <a:moveTo>
                  <a:pt x="0" y="0"/>
                </a:moveTo>
                <a:lnTo>
                  <a:pt x="4689576" y="0"/>
                </a:lnTo>
                <a:lnTo>
                  <a:pt x="4689576" y="3163332"/>
                </a:lnTo>
                <a:lnTo>
                  <a:pt x="0" y="3163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845" y="7306235"/>
            <a:ext cx="3661879" cy="3129242"/>
          </a:xfrm>
          <a:custGeom>
            <a:avLst/>
            <a:gdLst/>
            <a:ahLst/>
            <a:cxnLst/>
            <a:rect r="r" b="b" t="t" l="l"/>
            <a:pathLst>
              <a:path h="3129242" w="3661879">
                <a:moveTo>
                  <a:pt x="0" y="0"/>
                </a:moveTo>
                <a:lnTo>
                  <a:pt x="3661879" y="0"/>
                </a:lnTo>
                <a:lnTo>
                  <a:pt x="3661879" y="3129242"/>
                </a:lnTo>
                <a:lnTo>
                  <a:pt x="0" y="31292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85905" y="7021908"/>
            <a:ext cx="2727460" cy="1669498"/>
          </a:xfrm>
          <a:custGeom>
            <a:avLst/>
            <a:gdLst/>
            <a:ahLst/>
            <a:cxnLst/>
            <a:rect r="r" b="b" t="t" l="l"/>
            <a:pathLst>
              <a:path h="1669498" w="2727460">
                <a:moveTo>
                  <a:pt x="0" y="0"/>
                </a:moveTo>
                <a:lnTo>
                  <a:pt x="2727459" y="0"/>
                </a:lnTo>
                <a:lnTo>
                  <a:pt x="2727459" y="1669498"/>
                </a:lnTo>
                <a:lnTo>
                  <a:pt x="0" y="166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8249" r="0" b="-3512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43766" y="7066702"/>
            <a:ext cx="4857726" cy="1624704"/>
          </a:xfrm>
          <a:custGeom>
            <a:avLst/>
            <a:gdLst/>
            <a:ahLst/>
            <a:cxnLst/>
            <a:rect r="r" b="b" t="t" l="l"/>
            <a:pathLst>
              <a:path h="1624704" w="4857726">
                <a:moveTo>
                  <a:pt x="0" y="0"/>
                </a:moveTo>
                <a:lnTo>
                  <a:pt x="4857727" y="0"/>
                </a:lnTo>
                <a:lnTo>
                  <a:pt x="4857727" y="1624704"/>
                </a:lnTo>
                <a:lnTo>
                  <a:pt x="0" y="1624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55" t="0" r="-205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18713" y="1077042"/>
            <a:ext cx="11850574" cy="341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BEHAVIORAL OPTIMIZATION:</a:t>
            </a:r>
          </a:p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TESTING OPTIMAL FORAGING VALUE THEOREM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755" y="4649498"/>
            <a:ext cx="14534024" cy="169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By Nour Saad, Oceane Alvarez Benita Ibrahim M1 BBS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SUPERVISORS :  Pérez Escudero Alfonso  and Roger Lloret Cabot</a:t>
            </a:r>
          </a:p>
          <a:p>
            <a:pPr algn="ctr">
              <a:lnSpc>
                <a:spcPts val="4449"/>
              </a:lnSpc>
            </a:pPr>
            <a:r>
              <a:rPr lang="en-US" b="true" sz="3178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TEAM :  IVEP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27997"/>
            <a:ext cx="5777198" cy="3896983"/>
          </a:xfrm>
          <a:custGeom>
            <a:avLst/>
            <a:gdLst/>
            <a:ahLst/>
            <a:cxnLst/>
            <a:rect r="r" b="b" t="t" l="l"/>
            <a:pathLst>
              <a:path h="3896983" w="5777198">
                <a:moveTo>
                  <a:pt x="0" y="0"/>
                </a:moveTo>
                <a:lnTo>
                  <a:pt x="5777198" y="0"/>
                </a:lnTo>
                <a:lnTo>
                  <a:pt x="5777198" y="3896982"/>
                </a:lnTo>
                <a:lnTo>
                  <a:pt x="0" y="389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31477" y="188331"/>
            <a:ext cx="6647034" cy="9976787"/>
          </a:xfrm>
          <a:custGeom>
            <a:avLst/>
            <a:gdLst/>
            <a:ahLst/>
            <a:cxnLst/>
            <a:rect r="r" b="b" t="t" l="l"/>
            <a:pathLst>
              <a:path h="9976787" w="6647034">
                <a:moveTo>
                  <a:pt x="0" y="0"/>
                </a:moveTo>
                <a:lnTo>
                  <a:pt x="6647034" y="0"/>
                </a:lnTo>
                <a:lnTo>
                  <a:pt x="6647034" y="9976787"/>
                </a:lnTo>
                <a:lnTo>
                  <a:pt x="0" y="9976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70251" y="1408318"/>
            <a:ext cx="4892452" cy="10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5667" b="true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6859" y="2495506"/>
            <a:ext cx="1233263" cy="103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b="true" sz="5745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70122" y="2600281"/>
            <a:ext cx="2861010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6859" y="4145508"/>
            <a:ext cx="1233263" cy="103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b="true" sz="5745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70122" y="4250283"/>
            <a:ext cx="2861010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6859" y="5796780"/>
            <a:ext cx="1233263" cy="103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b="true" sz="5745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0122" y="5930082"/>
            <a:ext cx="4416960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6859" y="7446781"/>
            <a:ext cx="1233263" cy="103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b="true" sz="5745">
                <a:solidFill>
                  <a:srgbClr val="00878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70122" y="7551556"/>
            <a:ext cx="2861010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Discussion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236"/>
            <a:ext cx="10596975" cy="10535209"/>
            <a:chOff x="0" y="0"/>
            <a:chExt cx="2790973" cy="2774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0973" cy="2774705"/>
            </a:xfrm>
            <a:custGeom>
              <a:avLst/>
              <a:gdLst/>
              <a:ahLst/>
              <a:cxnLst/>
              <a:rect r="r" b="b" t="t" l="l"/>
              <a:pathLst>
                <a:path h="2774705" w="2790973">
                  <a:moveTo>
                    <a:pt x="0" y="0"/>
                  </a:moveTo>
                  <a:lnTo>
                    <a:pt x="2790973" y="0"/>
                  </a:lnTo>
                  <a:lnTo>
                    <a:pt x="2790973" y="2774705"/>
                  </a:lnTo>
                  <a:lnTo>
                    <a:pt x="0" y="2774705"/>
                  </a:lnTo>
                  <a:close/>
                </a:path>
              </a:pathLst>
            </a:custGeom>
            <a:solidFill>
              <a:srgbClr val="4983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0973" cy="2812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461131" y="2193009"/>
            <a:ext cx="6271687" cy="6271662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53378" y="1174926"/>
            <a:ext cx="6329167" cy="10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5667" b="true">
                <a:solidFill>
                  <a:srgbClr val="F4F4F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3378" y="2703889"/>
            <a:ext cx="5601385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Problem</a:t>
            </a:r>
            <a:r>
              <a:rPr lang="en-US" sz="3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Why do organisms leave a patch of food?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Significance</a:t>
            </a:r>
            <a:r>
              <a:rPr lang="en-US" sz="3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Understanding the mathematics of efficiency in the context of C.elegans worms.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941042" y="-611641"/>
            <a:ext cx="5777198" cy="3896983"/>
          </a:xfrm>
          <a:custGeom>
            <a:avLst/>
            <a:gdLst/>
            <a:ahLst/>
            <a:cxnLst/>
            <a:rect r="r" b="b" t="t" l="l"/>
            <a:pathLst>
              <a:path h="3896983" w="5777198">
                <a:moveTo>
                  <a:pt x="0" y="0"/>
                </a:moveTo>
                <a:lnTo>
                  <a:pt x="5777198" y="0"/>
                </a:lnTo>
                <a:lnTo>
                  <a:pt x="5777198" y="3896983"/>
                </a:lnTo>
                <a:lnTo>
                  <a:pt x="0" y="3896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0139" y="6251557"/>
            <a:ext cx="1565125" cy="2159753"/>
            <a:chOff x="0" y="0"/>
            <a:chExt cx="1699920" cy="234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9895" cy="2345817"/>
            </a:xfrm>
            <a:custGeom>
              <a:avLst/>
              <a:gdLst/>
              <a:ahLst/>
              <a:cxnLst/>
              <a:rect r="r" b="b" t="t" l="l"/>
              <a:pathLst>
                <a:path h="2345817" w="1699895">
                  <a:moveTo>
                    <a:pt x="1699895" y="1120013"/>
                  </a:moveTo>
                  <a:lnTo>
                    <a:pt x="1699895" y="2059813"/>
                  </a:lnTo>
                  <a:lnTo>
                    <a:pt x="1582039" y="2119884"/>
                  </a:lnTo>
                  <a:cubicBezTo>
                    <a:pt x="1490726" y="2167890"/>
                    <a:pt x="1411351" y="2249678"/>
                    <a:pt x="1353566" y="2345817"/>
                  </a:cubicBezTo>
                  <a:lnTo>
                    <a:pt x="1353566" y="1117600"/>
                  </a:lnTo>
                  <a:cubicBezTo>
                    <a:pt x="1353566" y="1064768"/>
                    <a:pt x="1307846" y="961390"/>
                    <a:pt x="1264539" y="934974"/>
                  </a:cubicBezTo>
                  <a:lnTo>
                    <a:pt x="0" y="290830"/>
                  </a:lnTo>
                  <a:cubicBezTo>
                    <a:pt x="86614" y="211455"/>
                    <a:pt x="151511" y="112903"/>
                    <a:pt x="189992" y="0"/>
                  </a:cubicBezTo>
                  <a:lnTo>
                    <a:pt x="1421003" y="627253"/>
                  </a:lnTo>
                  <a:cubicBezTo>
                    <a:pt x="1574927" y="708914"/>
                    <a:pt x="1699895" y="927735"/>
                    <a:pt x="1699895" y="1120013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07989" y="4824318"/>
            <a:ext cx="2414972" cy="2088821"/>
            <a:chOff x="0" y="0"/>
            <a:chExt cx="2622960" cy="2268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2931" cy="2268728"/>
            </a:xfrm>
            <a:custGeom>
              <a:avLst/>
              <a:gdLst/>
              <a:ahLst/>
              <a:cxnLst/>
              <a:rect r="r" b="b" t="t" l="l"/>
              <a:pathLst>
                <a:path h="2268728" w="2622931">
                  <a:moveTo>
                    <a:pt x="1966595" y="0"/>
                  </a:moveTo>
                  <a:lnTo>
                    <a:pt x="656336" y="0"/>
                  </a:lnTo>
                  <a:lnTo>
                    <a:pt x="0" y="1134364"/>
                  </a:lnTo>
                  <a:lnTo>
                    <a:pt x="656336" y="2268728"/>
                  </a:lnTo>
                  <a:lnTo>
                    <a:pt x="1966595" y="2268728"/>
                  </a:lnTo>
                  <a:lnTo>
                    <a:pt x="2622931" y="1134364"/>
                  </a:lnTo>
                  <a:lnTo>
                    <a:pt x="1966595" y="0"/>
                  </a:lnTo>
                  <a:close/>
                </a:path>
              </a:pathLst>
            </a:custGeom>
            <a:solidFill>
              <a:srgbClr val="568CC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80802" y="3597939"/>
            <a:ext cx="1564462" cy="2159090"/>
            <a:chOff x="0" y="0"/>
            <a:chExt cx="1699200" cy="2345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9260" cy="2344928"/>
            </a:xfrm>
            <a:custGeom>
              <a:avLst/>
              <a:gdLst/>
              <a:ahLst/>
              <a:cxnLst/>
              <a:rect r="r" b="b" t="t" l="l"/>
              <a:pathLst>
                <a:path h="2344928" w="1699260">
                  <a:moveTo>
                    <a:pt x="1699260" y="1117219"/>
                  </a:moveTo>
                  <a:lnTo>
                    <a:pt x="1699260" y="2059051"/>
                  </a:lnTo>
                  <a:lnTo>
                    <a:pt x="1581531" y="2119122"/>
                  </a:lnTo>
                  <a:cubicBezTo>
                    <a:pt x="1490218" y="2167128"/>
                    <a:pt x="1410843" y="2248916"/>
                    <a:pt x="1353185" y="2344928"/>
                  </a:cubicBezTo>
                  <a:lnTo>
                    <a:pt x="1353185" y="1117219"/>
                  </a:lnTo>
                  <a:cubicBezTo>
                    <a:pt x="1353185" y="1064387"/>
                    <a:pt x="1307465" y="961009"/>
                    <a:pt x="1264285" y="934593"/>
                  </a:cubicBezTo>
                  <a:lnTo>
                    <a:pt x="0" y="290703"/>
                  </a:lnTo>
                  <a:cubicBezTo>
                    <a:pt x="86487" y="211455"/>
                    <a:pt x="151384" y="112903"/>
                    <a:pt x="189865" y="0"/>
                  </a:cubicBezTo>
                  <a:lnTo>
                    <a:pt x="1420368" y="629539"/>
                  </a:lnTo>
                  <a:cubicBezTo>
                    <a:pt x="1574165" y="703961"/>
                    <a:pt x="1699133" y="925068"/>
                    <a:pt x="1699133" y="1117346"/>
                  </a:cubicBezTo>
                  <a:close/>
                </a:path>
              </a:pathLst>
            </a:custGeom>
            <a:solidFill>
              <a:srgbClr val="1694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75507" y="2190586"/>
            <a:ext cx="2412320" cy="2090810"/>
            <a:chOff x="0" y="0"/>
            <a:chExt cx="2620080" cy="2270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0010" cy="2270887"/>
            </a:xfrm>
            <a:custGeom>
              <a:avLst/>
              <a:gdLst/>
              <a:ahLst/>
              <a:cxnLst/>
              <a:rect r="r" b="b" t="t" l="l"/>
              <a:pathLst>
                <a:path h="2270887" w="2620010">
                  <a:moveTo>
                    <a:pt x="1966214" y="0"/>
                  </a:moveTo>
                  <a:lnTo>
                    <a:pt x="653796" y="0"/>
                  </a:lnTo>
                  <a:lnTo>
                    <a:pt x="0" y="1134237"/>
                  </a:lnTo>
                  <a:lnTo>
                    <a:pt x="653796" y="2270887"/>
                  </a:lnTo>
                  <a:lnTo>
                    <a:pt x="1966214" y="2270887"/>
                  </a:lnTo>
                  <a:lnTo>
                    <a:pt x="2620010" y="1134237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16948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23753" y="5054347"/>
            <a:ext cx="1565787" cy="1898567"/>
            <a:chOff x="0" y="0"/>
            <a:chExt cx="1700640" cy="2062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0657" cy="2061972"/>
            </a:xfrm>
            <a:custGeom>
              <a:avLst/>
              <a:gdLst/>
              <a:ahLst/>
              <a:cxnLst/>
              <a:rect r="r" b="b" t="t" l="l"/>
              <a:pathLst>
                <a:path h="2061972" w="1700657">
                  <a:moveTo>
                    <a:pt x="1700657" y="293243"/>
                  </a:moveTo>
                  <a:lnTo>
                    <a:pt x="435356" y="937260"/>
                  </a:lnTo>
                  <a:cubicBezTo>
                    <a:pt x="392049" y="963676"/>
                    <a:pt x="346329" y="1067054"/>
                    <a:pt x="346329" y="1119886"/>
                  </a:cubicBezTo>
                  <a:lnTo>
                    <a:pt x="346329" y="2061972"/>
                  </a:lnTo>
                  <a:cubicBezTo>
                    <a:pt x="288544" y="1965833"/>
                    <a:pt x="209169" y="1881759"/>
                    <a:pt x="117856" y="1836039"/>
                  </a:cubicBezTo>
                  <a:lnTo>
                    <a:pt x="0" y="1776095"/>
                  </a:lnTo>
                  <a:lnTo>
                    <a:pt x="0" y="1120013"/>
                  </a:lnTo>
                  <a:cubicBezTo>
                    <a:pt x="0" y="927735"/>
                    <a:pt x="125095" y="706628"/>
                    <a:pt x="276606" y="629666"/>
                  </a:cubicBezTo>
                  <a:lnTo>
                    <a:pt x="1508252" y="0"/>
                  </a:lnTo>
                  <a:cubicBezTo>
                    <a:pt x="1549146" y="115316"/>
                    <a:pt x="1616456" y="213868"/>
                    <a:pt x="1700657" y="293243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97664" y="3684780"/>
            <a:ext cx="2416298" cy="2088821"/>
            <a:chOff x="0" y="0"/>
            <a:chExt cx="2624400" cy="226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4455" cy="2268728"/>
            </a:xfrm>
            <a:custGeom>
              <a:avLst/>
              <a:gdLst/>
              <a:ahLst/>
              <a:cxnLst/>
              <a:rect r="r" b="b" t="t" l="l"/>
              <a:pathLst>
                <a:path h="2268728" w="2624455">
                  <a:moveTo>
                    <a:pt x="1967738" y="0"/>
                  </a:moveTo>
                  <a:lnTo>
                    <a:pt x="656717" y="0"/>
                  </a:lnTo>
                  <a:lnTo>
                    <a:pt x="0" y="1134364"/>
                  </a:lnTo>
                  <a:lnTo>
                    <a:pt x="656717" y="2268728"/>
                  </a:lnTo>
                  <a:lnTo>
                    <a:pt x="1967738" y="2268728"/>
                  </a:lnTo>
                  <a:lnTo>
                    <a:pt x="2624455" y="1134364"/>
                  </a:lnTo>
                  <a:lnTo>
                    <a:pt x="1967738" y="0"/>
                  </a:lnTo>
                  <a:close/>
                </a:path>
              </a:pathLst>
            </a:custGeom>
            <a:solidFill>
              <a:srgbClr val="568CC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10699" y="3651334"/>
            <a:ext cx="1160182" cy="997032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6948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16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523922" y="2439520"/>
            <a:ext cx="2060225" cy="136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3"/>
              </a:lnSpc>
            </a:pPr>
            <a:r>
              <a:rPr lang="en-US" b="true" sz="7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75700" y="3972754"/>
            <a:ext cx="2060225" cy="136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3"/>
              </a:lnSpc>
            </a:pPr>
            <a:r>
              <a:rPr lang="en-US" b="true" sz="7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1555" y="5112292"/>
            <a:ext cx="2060225" cy="136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3"/>
              </a:lnSpc>
            </a:pPr>
            <a:r>
              <a:rPr lang="en-US" b="true" sz="7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0699" y="2003695"/>
            <a:ext cx="7601564" cy="117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6582" b="true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Methodology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43962" y="4779639"/>
            <a:ext cx="2240985" cy="35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true">
                <a:solidFill>
                  <a:srgbClr val="568C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43962" y="5129255"/>
            <a:ext cx="5671407" cy="24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  <a:spcBef>
                <a:spcPct val="0"/>
              </a:spcBef>
            </a:pPr>
            <a:r>
              <a:rPr lang="en-US" sz="1446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Analysis of Multiple Worms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10699" y="4867889"/>
            <a:ext cx="1160182" cy="997032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16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43962" y="3582428"/>
            <a:ext cx="2240985" cy="35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true">
                <a:solidFill>
                  <a:srgbClr val="16948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43962" y="3932044"/>
            <a:ext cx="5671407" cy="24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  <a:spcBef>
                <a:spcPct val="0"/>
              </a:spcBef>
            </a:pPr>
            <a:r>
              <a:rPr lang="en-US" sz="1446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Creation of a Clean Dataset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32612" y="6098757"/>
            <a:ext cx="1160182" cy="997032"/>
            <a:chOff x="0" y="0"/>
            <a:chExt cx="8128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6948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16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665875" y="6029851"/>
            <a:ext cx="2240985" cy="35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true">
                <a:solidFill>
                  <a:srgbClr val="16948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65875" y="6379466"/>
            <a:ext cx="5671407" cy="24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  <a:spcBef>
                <a:spcPct val="0"/>
              </a:spcBef>
            </a:pPr>
            <a:r>
              <a:rPr lang="en-US" sz="1446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Speed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2499" y="-3549895"/>
            <a:ext cx="6923758" cy="14385424"/>
            <a:chOff x="0" y="0"/>
            <a:chExt cx="1769042" cy="3675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042" cy="3675522"/>
            </a:xfrm>
            <a:custGeom>
              <a:avLst/>
              <a:gdLst/>
              <a:ahLst/>
              <a:cxnLst/>
              <a:rect r="r" b="b" t="t" l="l"/>
              <a:pathLst>
                <a:path h="3675522" w="1769042">
                  <a:moveTo>
                    <a:pt x="0" y="0"/>
                  </a:moveTo>
                  <a:lnTo>
                    <a:pt x="1769042" y="0"/>
                  </a:lnTo>
                  <a:lnTo>
                    <a:pt x="1769042" y="3675522"/>
                  </a:lnTo>
                  <a:lnTo>
                    <a:pt x="0" y="3675522"/>
                  </a:lnTo>
                  <a:close/>
                </a:path>
              </a:pathLst>
            </a:custGeom>
            <a:solidFill>
              <a:srgbClr val="1694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69042" cy="371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0162" y="2470730"/>
            <a:ext cx="7954061" cy="7018272"/>
          </a:xfrm>
          <a:custGeom>
            <a:avLst/>
            <a:gdLst/>
            <a:ahLst/>
            <a:cxnLst/>
            <a:rect r="r" b="b" t="t" l="l"/>
            <a:pathLst>
              <a:path h="7018272" w="7954061">
                <a:moveTo>
                  <a:pt x="0" y="0"/>
                </a:moveTo>
                <a:lnTo>
                  <a:pt x="7954062" y="0"/>
                </a:lnTo>
                <a:lnTo>
                  <a:pt x="7954062" y="7018272"/>
                </a:lnTo>
                <a:lnTo>
                  <a:pt x="0" y="7018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76" t="0" r="-1617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12936" y="7342192"/>
            <a:ext cx="5033871" cy="4989825"/>
          </a:xfrm>
          <a:custGeom>
            <a:avLst/>
            <a:gdLst/>
            <a:ahLst/>
            <a:cxnLst/>
            <a:rect r="r" b="b" t="t" l="l"/>
            <a:pathLst>
              <a:path h="4989825" w="5033871">
                <a:moveTo>
                  <a:pt x="0" y="0"/>
                </a:moveTo>
                <a:lnTo>
                  <a:pt x="5033871" y="0"/>
                </a:lnTo>
                <a:lnTo>
                  <a:pt x="5033871" y="4989824"/>
                </a:lnTo>
                <a:lnTo>
                  <a:pt x="0" y="49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56454" y="7342192"/>
            <a:ext cx="1664728" cy="1836942"/>
          </a:xfrm>
          <a:custGeom>
            <a:avLst/>
            <a:gdLst/>
            <a:ahLst/>
            <a:cxnLst/>
            <a:rect r="r" b="b" t="t" l="l"/>
            <a:pathLst>
              <a:path h="1836942" w="1664728">
                <a:moveTo>
                  <a:pt x="0" y="0"/>
                </a:moveTo>
                <a:lnTo>
                  <a:pt x="1664728" y="0"/>
                </a:lnTo>
                <a:lnTo>
                  <a:pt x="1664728" y="1836941"/>
                </a:lnTo>
                <a:lnTo>
                  <a:pt x="0" y="1836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17627">
            <a:off x="10118231" y="7366178"/>
            <a:ext cx="2030048" cy="672453"/>
          </a:xfrm>
          <a:custGeom>
            <a:avLst/>
            <a:gdLst/>
            <a:ahLst/>
            <a:cxnLst/>
            <a:rect r="r" b="b" t="t" l="l"/>
            <a:pathLst>
              <a:path h="672453" w="2030048">
                <a:moveTo>
                  <a:pt x="0" y="0"/>
                </a:moveTo>
                <a:lnTo>
                  <a:pt x="2030047" y="0"/>
                </a:lnTo>
                <a:lnTo>
                  <a:pt x="2030047" y="672453"/>
                </a:lnTo>
                <a:lnTo>
                  <a:pt x="0" y="672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0199" y="1255198"/>
            <a:ext cx="6728357" cy="101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2"/>
              </a:lnSpc>
            </a:pPr>
            <a:r>
              <a:rPr lang="en-US" b="true" sz="5587" spc="128">
                <a:solidFill>
                  <a:srgbClr val="F4F4F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Basic concepts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6752782">
            <a:off x="11493960" y="9121875"/>
            <a:ext cx="823701" cy="272851"/>
          </a:xfrm>
          <a:custGeom>
            <a:avLst/>
            <a:gdLst/>
            <a:ahLst/>
            <a:cxnLst/>
            <a:rect r="r" b="b" t="t" l="l"/>
            <a:pathLst>
              <a:path h="272851" w="823701">
                <a:moveTo>
                  <a:pt x="0" y="0"/>
                </a:moveTo>
                <a:lnTo>
                  <a:pt x="823701" y="0"/>
                </a:lnTo>
                <a:lnTo>
                  <a:pt x="823701" y="272850"/>
                </a:lnTo>
                <a:lnTo>
                  <a:pt x="0" y="272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02932" y="3184102"/>
            <a:ext cx="3385885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2932" y="3742667"/>
            <a:ext cx="7639671" cy="102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  <a:spcBef>
                <a:spcPct val="0"/>
              </a:spcBef>
            </a:pPr>
            <a:r>
              <a:rPr lang="en-US" sz="1942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2932" y="5086350"/>
            <a:ext cx="3385885" cy="4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b="true">
                <a:solidFill>
                  <a:srgbClr val="0087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2932" y="5653789"/>
            <a:ext cx="7639671" cy="103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942" strike="noStrike" u="none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413392" y="-3148359"/>
            <a:ext cx="5033871" cy="4989825"/>
          </a:xfrm>
          <a:custGeom>
            <a:avLst/>
            <a:gdLst/>
            <a:ahLst/>
            <a:cxnLst/>
            <a:rect r="r" b="b" t="t" l="l"/>
            <a:pathLst>
              <a:path h="4989825" w="5033871">
                <a:moveTo>
                  <a:pt x="0" y="0"/>
                </a:moveTo>
                <a:lnTo>
                  <a:pt x="5033872" y="0"/>
                </a:lnTo>
                <a:lnTo>
                  <a:pt x="5033872" y="4989824"/>
                </a:lnTo>
                <a:lnTo>
                  <a:pt x="0" y="49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6122" y="-1538646"/>
            <a:ext cx="5498019" cy="4480885"/>
          </a:xfrm>
          <a:custGeom>
            <a:avLst/>
            <a:gdLst/>
            <a:ahLst/>
            <a:cxnLst/>
            <a:rect r="r" b="b" t="t" l="l"/>
            <a:pathLst>
              <a:path h="4480885" w="5498019">
                <a:moveTo>
                  <a:pt x="0" y="0"/>
                </a:moveTo>
                <a:lnTo>
                  <a:pt x="5498019" y="0"/>
                </a:lnTo>
                <a:lnTo>
                  <a:pt x="5498019" y="4480886"/>
                </a:lnTo>
                <a:lnTo>
                  <a:pt x="0" y="4480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1915" y="7703545"/>
            <a:ext cx="5498019" cy="4480885"/>
          </a:xfrm>
          <a:custGeom>
            <a:avLst/>
            <a:gdLst/>
            <a:ahLst/>
            <a:cxnLst/>
            <a:rect r="r" b="b" t="t" l="l"/>
            <a:pathLst>
              <a:path h="4480885" w="5498019">
                <a:moveTo>
                  <a:pt x="0" y="0"/>
                </a:moveTo>
                <a:lnTo>
                  <a:pt x="5498019" y="0"/>
                </a:lnTo>
                <a:lnTo>
                  <a:pt x="5498019" y="4480885"/>
                </a:lnTo>
                <a:lnTo>
                  <a:pt x="0" y="448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13452">
            <a:off x="14007231" y="701797"/>
            <a:ext cx="2420910" cy="801926"/>
          </a:xfrm>
          <a:custGeom>
            <a:avLst/>
            <a:gdLst/>
            <a:ahLst/>
            <a:cxnLst/>
            <a:rect r="r" b="b" t="t" l="l"/>
            <a:pathLst>
              <a:path h="801926" w="2420910">
                <a:moveTo>
                  <a:pt x="0" y="0"/>
                </a:moveTo>
                <a:lnTo>
                  <a:pt x="2420910" y="0"/>
                </a:lnTo>
                <a:lnTo>
                  <a:pt x="2420910" y="801926"/>
                </a:lnTo>
                <a:lnTo>
                  <a:pt x="0" y="801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0769" y="1356527"/>
            <a:ext cx="9726463" cy="10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b="true" sz="5667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659904"/>
            <a:ext cx="3693981" cy="4598396"/>
            <a:chOff x="0" y="0"/>
            <a:chExt cx="972900" cy="1211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2900" cy="1211100"/>
            </a:xfrm>
            <a:custGeom>
              <a:avLst/>
              <a:gdLst/>
              <a:ahLst/>
              <a:cxnLst/>
              <a:rect r="r" b="b" t="t" l="l"/>
              <a:pathLst>
                <a:path h="1211100" w="972900">
                  <a:moveTo>
                    <a:pt x="16767" y="0"/>
                  </a:moveTo>
                  <a:lnTo>
                    <a:pt x="956134" y="0"/>
                  </a:lnTo>
                  <a:cubicBezTo>
                    <a:pt x="965394" y="0"/>
                    <a:pt x="972900" y="7507"/>
                    <a:pt x="972900" y="16767"/>
                  </a:cubicBezTo>
                  <a:lnTo>
                    <a:pt x="972900" y="1194334"/>
                  </a:lnTo>
                  <a:cubicBezTo>
                    <a:pt x="972900" y="1203594"/>
                    <a:pt x="965394" y="1211100"/>
                    <a:pt x="956134" y="1211100"/>
                  </a:cubicBezTo>
                  <a:lnTo>
                    <a:pt x="16767" y="1211100"/>
                  </a:lnTo>
                  <a:cubicBezTo>
                    <a:pt x="7507" y="1211100"/>
                    <a:pt x="0" y="1203594"/>
                    <a:pt x="0" y="1194334"/>
                  </a:cubicBezTo>
                  <a:lnTo>
                    <a:pt x="0" y="16767"/>
                  </a:lnTo>
                  <a:cubicBezTo>
                    <a:pt x="0" y="7507"/>
                    <a:pt x="7507" y="0"/>
                    <a:pt x="16767" y="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72900" cy="124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40846" y="4659904"/>
            <a:ext cx="3693981" cy="4598396"/>
            <a:chOff x="0" y="0"/>
            <a:chExt cx="972900" cy="1211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2900" cy="1211100"/>
            </a:xfrm>
            <a:custGeom>
              <a:avLst/>
              <a:gdLst/>
              <a:ahLst/>
              <a:cxnLst/>
              <a:rect r="r" b="b" t="t" l="l"/>
              <a:pathLst>
                <a:path h="1211100" w="972900">
                  <a:moveTo>
                    <a:pt x="16767" y="0"/>
                  </a:moveTo>
                  <a:lnTo>
                    <a:pt x="956134" y="0"/>
                  </a:lnTo>
                  <a:cubicBezTo>
                    <a:pt x="965394" y="0"/>
                    <a:pt x="972900" y="7507"/>
                    <a:pt x="972900" y="16767"/>
                  </a:cubicBezTo>
                  <a:lnTo>
                    <a:pt x="972900" y="1194334"/>
                  </a:lnTo>
                  <a:cubicBezTo>
                    <a:pt x="972900" y="1203594"/>
                    <a:pt x="965394" y="1211100"/>
                    <a:pt x="956134" y="1211100"/>
                  </a:cubicBezTo>
                  <a:lnTo>
                    <a:pt x="16767" y="1211100"/>
                  </a:lnTo>
                  <a:cubicBezTo>
                    <a:pt x="7507" y="1211100"/>
                    <a:pt x="0" y="1203594"/>
                    <a:pt x="0" y="1194334"/>
                  </a:cubicBezTo>
                  <a:lnTo>
                    <a:pt x="0" y="16767"/>
                  </a:lnTo>
                  <a:cubicBezTo>
                    <a:pt x="0" y="7507"/>
                    <a:pt x="7507" y="0"/>
                    <a:pt x="16767" y="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72900" cy="124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49152" y="4659904"/>
            <a:ext cx="3693981" cy="4598396"/>
            <a:chOff x="0" y="0"/>
            <a:chExt cx="972900" cy="1211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2900" cy="1211100"/>
            </a:xfrm>
            <a:custGeom>
              <a:avLst/>
              <a:gdLst/>
              <a:ahLst/>
              <a:cxnLst/>
              <a:rect r="r" b="b" t="t" l="l"/>
              <a:pathLst>
                <a:path h="1211100" w="972900">
                  <a:moveTo>
                    <a:pt x="16767" y="0"/>
                  </a:moveTo>
                  <a:lnTo>
                    <a:pt x="956134" y="0"/>
                  </a:lnTo>
                  <a:cubicBezTo>
                    <a:pt x="965394" y="0"/>
                    <a:pt x="972900" y="7507"/>
                    <a:pt x="972900" y="16767"/>
                  </a:cubicBezTo>
                  <a:lnTo>
                    <a:pt x="972900" y="1194334"/>
                  </a:lnTo>
                  <a:cubicBezTo>
                    <a:pt x="972900" y="1203594"/>
                    <a:pt x="965394" y="1211100"/>
                    <a:pt x="956134" y="1211100"/>
                  </a:cubicBezTo>
                  <a:lnTo>
                    <a:pt x="16767" y="1211100"/>
                  </a:lnTo>
                  <a:cubicBezTo>
                    <a:pt x="7507" y="1211100"/>
                    <a:pt x="0" y="1203594"/>
                    <a:pt x="0" y="1194334"/>
                  </a:cubicBezTo>
                  <a:lnTo>
                    <a:pt x="0" y="16767"/>
                  </a:lnTo>
                  <a:cubicBezTo>
                    <a:pt x="0" y="7507"/>
                    <a:pt x="7507" y="0"/>
                    <a:pt x="16767" y="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72900" cy="124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57458" y="4659904"/>
            <a:ext cx="3693981" cy="4598396"/>
            <a:chOff x="0" y="0"/>
            <a:chExt cx="972900" cy="1211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2900" cy="1211100"/>
            </a:xfrm>
            <a:custGeom>
              <a:avLst/>
              <a:gdLst/>
              <a:ahLst/>
              <a:cxnLst/>
              <a:rect r="r" b="b" t="t" l="l"/>
              <a:pathLst>
                <a:path h="1211100" w="972900">
                  <a:moveTo>
                    <a:pt x="16767" y="0"/>
                  </a:moveTo>
                  <a:lnTo>
                    <a:pt x="956134" y="0"/>
                  </a:lnTo>
                  <a:cubicBezTo>
                    <a:pt x="965394" y="0"/>
                    <a:pt x="972900" y="7507"/>
                    <a:pt x="972900" y="16767"/>
                  </a:cubicBezTo>
                  <a:lnTo>
                    <a:pt x="972900" y="1194334"/>
                  </a:lnTo>
                  <a:cubicBezTo>
                    <a:pt x="972900" y="1203594"/>
                    <a:pt x="965394" y="1211100"/>
                    <a:pt x="956134" y="1211100"/>
                  </a:cubicBezTo>
                  <a:lnTo>
                    <a:pt x="16767" y="1211100"/>
                  </a:lnTo>
                  <a:cubicBezTo>
                    <a:pt x="7507" y="1211100"/>
                    <a:pt x="0" y="1203594"/>
                    <a:pt x="0" y="1194334"/>
                  </a:cubicBezTo>
                  <a:lnTo>
                    <a:pt x="0" y="16767"/>
                  </a:lnTo>
                  <a:cubicBezTo>
                    <a:pt x="0" y="7507"/>
                    <a:pt x="7507" y="0"/>
                    <a:pt x="16767" y="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72900" cy="124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53235" y="6151741"/>
            <a:ext cx="2444911" cy="2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0388" y="5331516"/>
            <a:ext cx="2910380" cy="46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</a:pPr>
            <a:r>
              <a:rPr lang="en-US" b="true" sz="2698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 01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97097" y="3127878"/>
            <a:ext cx="1656962" cy="1346388"/>
          </a:xfrm>
          <a:custGeom>
            <a:avLst/>
            <a:gdLst/>
            <a:ahLst/>
            <a:cxnLst/>
            <a:rect r="r" b="b" t="t" l="l"/>
            <a:pathLst>
              <a:path h="1346388" w="1656962">
                <a:moveTo>
                  <a:pt x="0" y="0"/>
                </a:moveTo>
                <a:lnTo>
                  <a:pt x="1656962" y="0"/>
                </a:lnTo>
                <a:lnTo>
                  <a:pt x="1656962" y="1346388"/>
                </a:lnTo>
                <a:lnTo>
                  <a:pt x="0" y="134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24457" y="3183544"/>
            <a:ext cx="1343370" cy="1235055"/>
          </a:xfrm>
          <a:custGeom>
            <a:avLst/>
            <a:gdLst/>
            <a:ahLst/>
            <a:cxnLst/>
            <a:rect r="r" b="b" t="t" l="l"/>
            <a:pathLst>
              <a:path h="1235055" w="1343370">
                <a:moveTo>
                  <a:pt x="0" y="0"/>
                </a:moveTo>
                <a:lnTo>
                  <a:pt x="1343370" y="0"/>
                </a:lnTo>
                <a:lnTo>
                  <a:pt x="1343370" y="1235055"/>
                </a:lnTo>
                <a:lnTo>
                  <a:pt x="0" y="1235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16363" y="3127878"/>
            <a:ext cx="1247023" cy="1247023"/>
          </a:xfrm>
          <a:custGeom>
            <a:avLst/>
            <a:gdLst/>
            <a:ahLst/>
            <a:cxnLst/>
            <a:rect r="r" b="b" t="t" l="l"/>
            <a:pathLst>
              <a:path h="1247023" w="1247023">
                <a:moveTo>
                  <a:pt x="0" y="0"/>
                </a:moveTo>
                <a:lnTo>
                  <a:pt x="1247023" y="0"/>
                </a:lnTo>
                <a:lnTo>
                  <a:pt x="1247023" y="1247023"/>
                </a:lnTo>
                <a:lnTo>
                  <a:pt x="0" y="1247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42242" y="3088580"/>
            <a:ext cx="1123676" cy="1365906"/>
          </a:xfrm>
          <a:custGeom>
            <a:avLst/>
            <a:gdLst/>
            <a:ahLst/>
            <a:cxnLst/>
            <a:rect r="r" b="b" t="t" l="l"/>
            <a:pathLst>
              <a:path h="1365906" w="1123676">
                <a:moveTo>
                  <a:pt x="0" y="0"/>
                </a:moveTo>
                <a:lnTo>
                  <a:pt x="1123676" y="0"/>
                </a:lnTo>
                <a:lnTo>
                  <a:pt x="1123676" y="1365906"/>
                </a:lnTo>
                <a:lnTo>
                  <a:pt x="0" y="1365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831737" y="6151741"/>
            <a:ext cx="2444911" cy="2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8890" y="5331516"/>
            <a:ext cx="2910380" cy="46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</a:pPr>
            <a:r>
              <a:rPr lang="en-US" b="true" sz="2698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 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23799" y="6151741"/>
            <a:ext cx="2444911" cy="2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40952" y="5331516"/>
            <a:ext cx="2910380" cy="46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</a:pPr>
            <a:r>
              <a:rPr lang="en-US" b="true" sz="2698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 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30829" y="6151741"/>
            <a:ext cx="2444911" cy="2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47983" y="5331516"/>
            <a:ext cx="2910380" cy="46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</a:pPr>
            <a:r>
              <a:rPr lang="en-US" b="true" sz="2698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 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85" t="-58433" r="-9465" b="-474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35023" y="7493109"/>
            <a:ext cx="5498019" cy="4480885"/>
          </a:xfrm>
          <a:custGeom>
            <a:avLst/>
            <a:gdLst/>
            <a:ahLst/>
            <a:cxnLst/>
            <a:rect r="r" b="b" t="t" l="l"/>
            <a:pathLst>
              <a:path h="4480885" w="5498019">
                <a:moveTo>
                  <a:pt x="0" y="0"/>
                </a:moveTo>
                <a:lnTo>
                  <a:pt x="5498018" y="0"/>
                </a:lnTo>
                <a:lnTo>
                  <a:pt x="5498018" y="4480885"/>
                </a:lnTo>
                <a:lnTo>
                  <a:pt x="0" y="448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009335">
            <a:off x="12764065" y="7028922"/>
            <a:ext cx="2802635" cy="928373"/>
          </a:xfrm>
          <a:custGeom>
            <a:avLst/>
            <a:gdLst/>
            <a:ahLst/>
            <a:cxnLst/>
            <a:rect r="r" b="b" t="t" l="l"/>
            <a:pathLst>
              <a:path h="928373" w="2802635">
                <a:moveTo>
                  <a:pt x="0" y="0"/>
                </a:moveTo>
                <a:lnTo>
                  <a:pt x="2802635" y="0"/>
                </a:lnTo>
                <a:lnTo>
                  <a:pt x="2802635" y="928373"/>
                </a:lnTo>
                <a:lnTo>
                  <a:pt x="0" y="92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22660" y="469855"/>
            <a:ext cx="8842680" cy="9347289"/>
          </a:xfrm>
          <a:custGeom>
            <a:avLst/>
            <a:gdLst/>
            <a:ahLst/>
            <a:cxnLst/>
            <a:rect r="r" b="b" t="t" l="l"/>
            <a:pathLst>
              <a:path h="9347289" w="8842680">
                <a:moveTo>
                  <a:pt x="0" y="0"/>
                </a:moveTo>
                <a:lnTo>
                  <a:pt x="8842680" y="0"/>
                </a:lnTo>
                <a:lnTo>
                  <a:pt x="8842680" y="9347290"/>
                </a:lnTo>
                <a:lnTo>
                  <a:pt x="0" y="934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83695" y="3885860"/>
            <a:ext cx="13920611" cy="217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1"/>
              </a:lnSpc>
            </a:pPr>
            <a:r>
              <a:rPr lang="en-US" b="true" sz="12044" spc="277">
                <a:solidFill>
                  <a:srgbClr val="F4F4F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ANALYSIS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71789" y="-1629316"/>
            <a:ext cx="5498019" cy="4480885"/>
          </a:xfrm>
          <a:custGeom>
            <a:avLst/>
            <a:gdLst/>
            <a:ahLst/>
            <a:cxnLst/>
            <a:rect r="r" b="b" t="t" l="l"/>
            <a:pathLst>
              <a:path h="4480885" w="5498019">
                <a:moveTo>
                  <a:pt x="0" y="0"/>
                </a:moveTo>
                <a:lnTo>
                  <a:pt x="5498019" y="0"/>
                </a:lnTo>
                <a:lnTo>
                  <a:pt x="5498019" y="4480885"/>
                </a:lnTo>
                <a:lnTo>
                  <a:pt x="0" y="448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368108">
            <a:off x="3038521" y="1668100"/>
            <a:ext cx="2802635" cy="928373"/>
          </a:xfrm>
          <a:custGeom>
            <a:avLst/>
            <a:gdLst/>
            <a:ahLst/>
            <a:cxnLst/>
            <a:rect r="r" b="b" t="t" l="l"/>
            <a:pathLst>
              <a:path h="928373" w="2802635">
                <a:moveTo>
                  <a:pt x="0" y="0"/>
                </a:moveTo>
                <a:lnTo>
                  <a:pt x="2802635" y="0"/>
                </a:lnTo>
                <a:lnTo>
                  <a:pt x="2802635" y="928373"/>
                </a:lnTo>
                <a:lnTo>
                  <a:pt x="0" y="92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F4F4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638175" cap="sq">
              <a:solidFill>
                <a:srgbClr val="568CC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056404" y="3147232"/>
            <a:ext cx="3065813" cy="3561585"/>
            <a:chOff x="0" y="0"/>
            <a:chExt cx="546608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2"/>
              <a:stretch>
                <a:fillRect l="-49054" t="0" r="-4905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757808" y="3147232"/>
            <a:ext cx="3065813" cy="3561585"/>
            <a:chOff x="0" y="0"/>
            <a:chExt cx="546608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3"/>
              <a:stretch>
                <a:fillRect l="-35333" t="0" r="-3533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461795" y="3147232"/>
            <a:ext cx="3065813" cy="3561585"/>
            <a:chOff x="0" y="0"/>
            <a:chExt cx="546608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-14000" t="0" r="-1399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3165783" y="3147232"/>
            <a:ext cx="3065813" cy="3561585"/>
            <a:chOff x="0" y="0"/>
            <a:chExt cx="546608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68CC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5"/>
              <a:stretch>
                <a:fillRect l="-37272" t="0" r="-37272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968672" y="1824348"/>
            <a:ext cx="12350657" cy="10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b="true" sz="5667">
                <a:solidFill>
                  <a:srgbClr val="5062C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Laboratory samples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29964" y="6065191"/>
            <a:ext cx="2718693" cy="44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Sample 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60379" y="6770215"/>
            <a:ext cx="2457863" cy="3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9">
                <a:solidFill>
                  <a:srgbClr val="568C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29964" y="7183783"/>
            <a:ext cx="2761838" cy="127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  <a:spcBef>
                <a:spcPct val="0"/>
              </a:spcBef>
            </a:pPr>
            <a:r>
              <a:rPr lang="en-US" sz="1470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31367" y="6065191"/>
            <a:ext cx="2718693" cy="44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Sample 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35355" y="6065191"/>
            <a:ext cx="2718693" cy="44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Sample 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9343" y="6065191"/>
            <a:ext cx="2718693" cy="44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Sample 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40210" y="6770215"/>
            <a:ext cx="2457863" cy="3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9">
                <a:solidFill>
                  <a:srgbClr val="568C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09795" y="7183783"/>
            <a:ext cx="2761838" cy="127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  <a:spcBef>
                <a:spcPct val="0"/>
              </a:spcBef>
            </a:pPr>
            <a:r>
              <a:rPr lang="en-US" sz="1470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44198" y="6770215"/>
            <a:ext cx="2457863" cy="3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9">
                <a:solidFill>
                  <a:srgbClr val="568C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13783" y="7183783"/>
            <a:ext cx="2761838" cy="127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  <a:spcBef>
                <a:spcPct val="0"/>
              </a:spcBef>
            </a:pPr>
            <a:r>
              <a:rPr lang="en-US" sz="1470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69758" y="6770215"/>
            <a:ext cx="2457863" cy="3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9">
                <a:solidFill>
                  <a:srgbClr val="568C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39343" y="7183783"/>
            <a:ext cx="2761838" cy="127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  <a:spcBef>
                <a:spcPct val="0"/>
              </a:spcBef>
            </a:pPr>
            <a:r>
              <a:rPr lang="en-US" sz="1470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59673" y="1028700"/>
            <a:ext cx="9768654" cy="2850200"/>
            <a:chOff x="0" y="0"/>
            <a:chExt cx="2495922" cy="728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5922" cy="728235"/>
            </a:xfrm>
            <a:custGeom>
              <a:avLst/>
              <a:gdLst/>
              <a:ahLst/>
              <a:cxnLst/>
              <a:rect r="r" b="b" t="t" l="l"/>
              <a:pathLst>
                <a:path h="728235" w="2495922">
                  <a:moveTo>
                    <a:pt x="7133" y="0"/>
                  </a:moveTo>
                  <a:lnTo>
                    <a:pt x="2488790" y="0"/>
                  </a:lnTo>
                  <a:cubicBezTo>
                    <a:pt x="2492729" y="0"/>
                    <a:pt x="2495922" y="3193"/>
                    <a:pt x="2495922" y="7133"/>
                  </a:cubicBezTo>
                  <a:lnTo>
                    <a:pt x="2495922" y="721102"/>
                  </a:lnTo>
                  <a:cubicBezTo>
                    <a:pt x="2495922" y="725042"/>
                    <a:pt x="2492729" y="728235"/>
                    <a:pt x="2488790" y="728235"/>
                  </a:cubicBezTo>
                  <a:lnTo>
                    <a:pt x="7133" y="728235"/>
                  </a:lnTo>
                  <a:cubicBezTo>
                    <a:pt x="3193" y="728235"/>
                    <a:pt x="0" y="725042"/>
                    <a:pt x="0" y="721102"/>
                  </a:cubicBezTo>
                  <a:lnTo>
                    <a:pt x="0" y="7133"/>
                  </a:lnTo>
                  <a:cubicBezTo>
                    <a:pt x="0" y="3193"/>
                    <a:pt x="3193" y="0"/>
                    <a:pt x="7133" y="0"/>
                  </a:cubicBezTo>
                  <a:close/>
                </a:path>
              </a:pathLst>
            </a:custGeom>
            <a:solidFill>
              <a:srgbClr val="1694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5922" cy="76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3421" y="6736623"/>
            <a:ext cx="18851510" cy="3550377"/>
            <a:chOff x="0" y="0"/>
            <a:chExt cx="4816621" cy="90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621" cy="907133"/>
            </a:xfrm>
            <a:custGeom>
              <a:avLst/>
              <a:gdLst/>
              <a:ahLst/>
              <a:cxnLst/>
              <a:rect r="r" b="b" t="t" l="l"/>
              <a:pathLst>
                <a:path h="907133" w="4816621">
                  <a:moveTo>
                    <a:pt x="0" y="0"/>
                  </a:moveTo>
                  <a:lnTo>
                    <a:pt x="4816621" y="0"/>
                  </a:lnTo>
                  <a:lnTo>
                    <a:pt x="4816621" y="907133"/>
                  </a:lnTo>
                  <a:lnTo>
                    <a:pt x="0" y="907133"/>
                  </a:lnTo>
                  <a:close/>
                </a:path>
              </a:pathLst>
            </a:custGeom>
            <a:solidFill>
              <a:srgbClr val="1694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621" cy="94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350992" y="4414397"/>
            <a:ext cx="3817362" cy="3817362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blipFill>
              <a:blip r:embed="rId2"/>
              <a:stretch>
                <a:fillRect l="-24712" t="0" r="-24712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762804" y="4414397"/>
            <a:ext cx="3817362" cy="3817362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blipFill>
              <a:blip r:embed="rId3"/>
              <a:stretch>
                <a:fillRect l="-24665" t="0" r="-24665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729928" y="7578730"/>
            <a:ext cx="3912085" cy="4316783"/>
          </a:xfrm>
          <a:custGeom>
            <a:avLst/>
            <a:gdLst/>
            <a:ahLst/>
            <a:cxnLst/>
            <a:rect r="r" b="b" t="t" l="l"/>
            <a:pathLst>
              <a:path h="4316783" w="3912085">
                <a:moveTo>
                  <a:pt x="0" y="0"/>
                </a:moveTo>
                <a:lnTo>
                  <a:pt x="3912085" y="0"/>
                </a:lnTo>
                <a:lnTo>
                  <a:pt x="3912085" y="4316783"/>
                </a:lnTo>
                <a:lnTo>
                  <a:pt x="0" y="431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151643" y="6875358"/>
            <a:ext cx="3912085" cy="4316783"/>
          </a:xfrm>
          <a:custGeom>
            <a:avLst/>
            <a:gdLst/>
            <a:ahLst/>
            <a:cxnLst/>
            <a:rect r="r" b="b" t="t" l="l"/>
            <a:pathLst>
              <a:path h="4316783" w="3912085">
                <a:moveTo>
                  <a:pt x="0" y="0"/>
                </a:moveTo>
                <a:lnTo>
                  <a:pt x="3912085" y="0"/>
                </a:lnTo>
                <a:lnTo>
                  <a:pt x="3912085" y="4316783"/>
                </a:lnTo>
                <a:lnTo>
                  <a:pt x="0" y="431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325837" y="-2448193"/>
            <a:ext cx="4442431" cy="4901993"/>
          </a:xfrm>
          <a:custGeom>
            <a:avLst/>
            <a:gdLst/>
            <a:ahLst/>
            <a:cxnLst/>
            <a:rect r="r" b="b" t="t" l="l"/>
            <a:pathLst>
              <a:path h="4901993" w="4442431">
                <a:moveTo>
                  <a:pt x="0" y="0"/>
                </a:moveTo>
                <a:lnTo>
                  <a:pt x="4442432" y="0"/>
                </a:lnTo>
                <a:lnTo>
                  <a:pt x="4442432" y="4901993"/>
                </a:lnTo>
                <a:lnTo>
                  <a:pt x="0" y="4901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6223274">
            <a:off x="14769926" y="889513"/>
            <a:ext cx="1111824" cy="1028437"/>
          </a:xfrm>
          <a:custGeom>
            <a:avLst/>
            <a:gdLst/>
            <a:ahLst/>
            <a:cxnLst/>
            <a:rect r="r" b="b" t="t" l="l"/>
            <a:pathLst>
              <a:path h="1028437" w="1111824">
                <a:moveTo>
                  <a:pt x="0" y="0"/>
                </a:moveTo>
                <a:lnTo>
                  <a:pt x="1111823" y="0"/>
                </a:lnTo>
                <a:lnTo>
                  <a:pt x="1111823" y="1028437"/>
                </a:lnTo>
                <a:lnTo>
                  <a:pt x="0" y="10284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9267724">
            <a:off x="1074482" y="1376611"/>
            <a:ext cx="2030048" cy="672453"/>
          </a:xfrm>
          <a:custGeom>
            <a:avLst/>
            <a:gdLst/>
            <a:ahLst/>
            <a:cxnLst/>
            <a:rect r="r" b="b" t="t" l="l"/>
            <a:pathLst>
              <a:path h="672453" w="2030048">
                <a:moveTo>
                  <a:pt x="0" y="0"/>
                </a:moveTo>
                <a:lnTo>
                  <a:pt x="2030048" y="0"/>
                </a:lnTo>
                <a:lnTo>
                  <a:pt x="2030048" y="672453"/>
                </a:lnTo>
                <a:lnTo>
                  <a:pt x="0" y="672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551889" y="-1295818"/>
            <a:ext cx="3519143" cy="2868101"/>
          </a:xfrm>
          <a:custGeom>
            <a:avLst/>
            <a:gdLst/>
            <a:ahLst/>
            <a:cxnLst/>
            <a:rect r="r" b="b" t="t" l="l"/>
            <a:pathLst>
              <a:path h="2868101" w="3519143">
                <a:moveTo>
                  <a:pt x="0" y="0"/>
                </a:moveTo>
                <a:lnTo>
                  <a:pt x="3519143" y="0"/>
                </a:lnTo>
                <a:lnTo>
                  <a:pt x="3519143" y="2868101"/>
                </a:lnTo>
                <a:lnTo>
                  <a:pt x="0" y="28681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831981" y="1321826"/>
            <a:ext cx="8624038" cy="128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25"/>
              </a:lnSpc>
            </a:pPr>
            <a:r>
              <a:rPr lang="en-US" b="true" sz="7161" spc="164">
                <a:solidFill>
                  <a:srgbClr val="F4F4F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OUR TEAM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1170716" y="4414397"/>
            <a:ext cx="3817362" cy="3817362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blipFill>
              <a:blip r:embed="rId8"/>
              <a:stretch>
                <a:fillRect l="223" t="-24999" r="223" b="-24999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973213" y="8298434"/>
            <a:ext cx="2572919" cy="4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  <a:spcBef>
                <a:spcPct val="0"/>
              </a:spcBef>
            </a:pPr>
            <a:r>
              <a:rPr lang="en-US" sz="248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Juliana Silva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44300" y="8276661"/>
            <a:ext cx="3650469" cy="4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  <a:spcBef>
                <a:spcPct val="0"/>
              </a:spcBef>
            </a:pPr>
            <a:r>
              <a:rPr lang="en-US" sz="248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Alexander Aronowitz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92937" y="8276661"/>
            <a:ext cx="2572919" cy="4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  <a:spcBef>
                <a:spcPct val="0"/>
              </a:spcBef>
            </a:pPr>
            <a:r>
              <a:rPr lang="en-US" sz="248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Olivia Wilson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45299" y="2771549"/>
            <a:ext cx="8810720" cy="67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  <a:spcBef>
                <a:spcPct val="0"/>
              </a:spcBef>
            </a:pPr>
            <a:r>
              <a:rPr lang="en-US" sz="1936">
                <a:solidFill>
                  <a:srgbClr val="F4F4F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2536" y="1547944"/>
            <a:ext cx="6660714" cy="1726731"/>
            <a:chOff x="0" y="0"/>
            <a:chExt cx="1970651" cy="510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0651" cy="510874"/>
            </a:xfrm>
            <a:custGeom>
              <a:avLst/>
              <a:gdLst/>
              <a:ahLst/>
              <a:cxnLst/>
              <a:rect r="r" b="b" t="t" l="l"/>
              <a:pathLst>
                <a:path h="510874" w="1970651">
                  <a:moveTo>
                    <a:pt x="18597" y="0"/>
                  </a:moveTo>
                  <a:lnTo>
                    <a:pt x="1952054" y="0"/>
                  </a:lnTo>
                  <a:cubicBezTo>
                    <a:pt x="1956987" y="0"/>
                    <a:pt x="1961717" y="1959"/>
                    <a:pt x="1965204" y="5447"/>
                  </a:cubicBezTo>
                  <a:cubicBezTo>
                    <a:pt x="1968692" y="8935"/>
                    <a:pt x="1970651" y="13665"/>
                    <a:pt x="1970651" y="18597"/>
                  </a:cubicBezTo>
                  <a:lnTo>
                    <a:pt x="1970651" y="492277"/>
                  </a:lnTo>
                  <a:cubicBezTo>
                    <a:pt x="1970651" y="497209"/>
                    <a:pt x="1968692" y="501939"/>
                    <a:pt x="1965204" y="505427"/>
                  </a:cubicBezTo>
                  <a:cubicBezTo>
                    <a:pt x="1961717" y="508914"/>
                    <a:pt x="1956987" y="510874"/>
                    <a:pt x="1952054" y="510874"/>
                  </a:cubicBezTo>
                  <a:lnTo>
                    <a:pt x="18597" y="510874"/>
                  </a:lnTo>
                  <a:cubicBezTo>
                    <a:pt x="13665" y="510874"/>
                    <a:pt x="8935" y="508914"/>
                    <a:pt x="5447" y="505427"/>
                  </a:cubicBezTo>
                  <a:cubicBezTo>
                    <a:pt x="1959" y="501939"/>
                    <a:pt x="0" y="497209"/>
                    <a:pt x="0" y="492277"/>
                  </a:cubicBezTo>
                  <a:lnTo>
                    <a:pt x="0" y="18597"/>
                  </a:lnTo>
                  <a:cubicBezTo>
                    <a:pt x="0" y="13665"/>
                    <a:pt x="1959" y="8935"/>
                    <a:pt x="5447" y="5447"/>
                  </a:cubicBezTo>
                  <a:cubicBezTo>
                    <a:pt x="8935" y="1959"/>
                    <a:pt x="13665" y="0"/>
                    <a:pt x="18597" y="0"/>
                  </a:cubicBezTo>
                  <a:close/>
                </a:path>
              </a:pathLst>
            </a:custGeom>
            <a:solidFill>
              <a:srgbClr val="1694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0651" cy="548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548918" y="1103579"/>
            <a:ext cx="2597990" cy="2587842"/>
            <a:chOff x="0" y="0"/>
            <a:chExt cx="6502400" cy="647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24665" t="0" r="-2466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694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67393" y="4258960"/>
            <a:ext cx="6660714" cy="1726731"/>
            <a:chOff x="0" y="0"/>
            <a:chExt cx="1970651" cy="510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0651" cy="510874"/>
            </a:xfrm>
            <a:custGeom>
              <a:avLst/>
              <a:gdLst/>
              <a:ahLst/>
              <a:cxnLst/>
              <a:rect r="r" b="b" t="t" l="l"/>
              <a:pathLst>
                <a:path h="510874" w="1970651">
                  <a:moveTo>
                    <a:pt x="18597" y="0"/>
                  </a:moveTo>
                  <a:lnTo>
                    <a:pt x="1952054" y="0"/>
                  </a:lnTo>
                  <a:cubicBezTo>
                    <a:pt x="1956987" y="0"/>
                    <a:pt x="1961717" y="1959"/>
                    <a:pt x="1965204" y="5447"/>
                  </a:cubicBezTo>
                  <a:cubicBezTo>
                    <a:pt x="1968692" y="8935"/>
                    <a:pt x="1970651" y="13665"/>
                    <a:pt x="1970651" y="18597"/>
                  </a:cubicBezTo>
                  <a:lnTo>
                    <a:pt x="1970651" y="492277"/>
                  </a:lnTo>
                  <a:cubicBezTo>
                    <a:pt x="1970651" y="497209"/>
                    <a:pt x="1968692" y="501939"/>
                    <a:pt x="1965204" y="505427"/>
                  </a:cubicBezTo>
                  <a:cubicBezTo>
                    <a:pt x="1961717" y="508914"/>
                    <a:pt x="1956987" y="510874"/>
                    <a:pt x="1952054" y="510874"/>
                  </a:cubicBezTo>
                  <a:lnTo>
                    <a:pt x="18597" y="510874"/>
                  </a:lnTo>
                  <a:cubicBezTo>
                    <a:pt x="13665" y="510874"/>
                    <a:pt x="8935" y="508914"/>
                    <a:pt x="5447" y="505427"/>
                  </a:cubicBezTo>
                  <a:cubicBezTo>
                    <a:pt x="1959" y="501939"/>
                    <a:pt x="0" y="497209"/>
                    <a:pt x="0" y="492277"/>
                  </a:cubicBezTo>
                  <a:lnTo>
                    <a:pt x="0" y="18597"/>
                  </a:lnTo>
                  <a:cubicBezTo>
                    <a:pt x="0" y="13665"/>
                    <a:pt x="1959" y="8935"/>
                    <a:pt x="5447" y="5447"/>
                  </a:cubicBezTo>
                  <a:cubicBezTo>
                    <a:pt x="8935" y="1959"/>
                    <a:pt x="13665" y="0"/>
                    <a:pt x="18597" y="0"/>
                  </a:cubicBezTo>
                  <a:close/>
                </a:path>
              </a:pathLst>
            </a:custGeom>
            <a:solidFill>
              <a:srgbClr val="1694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0651" cy="548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533775" y="3814596"/>
            <a:ext cx="2597990" cy="2587842"/>
            <a:chOff x="0" y="0"/>
            <a:chExt cx="6502400" cy="647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3"/>
              <a:stretch>
                <a:fillRect l="-24665" t="0" r="-2466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694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67393" y="7114823"/>
            <a:ext cx="6660714" cy="1726731"/>
            <a:chOff x="0" y="0"/>
            <a:chExt cx="1970651" cy="510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0651" cy="510874"/>
            </a:xfrm>
            <a:custGeom>
              <a:avLst/>
              <a:gdLst/>
              <a:ahLst/>
              <a:cxnLst/>
              <a:rect r="r" b="b" t="t" l="l"/>
              <a:pathLst>
                <a:path h="510874" w="1970651">
                  <a:moveTo>
                    <a:pt x="18597" y="0"/>
                  </a:moveTo>
                  <a:lnTo>
                    <a:pt x="1952054" y="0"/>
                  </a:lnTo>
                  <a:cubicBezTo>
                    <a:pt x="1956987" y="0"/>
                    <a:pt x="1961717" y="1959"/>
                    <a:pt x="1965204" y="5447"/>
                  </a:cubicBezTo>
                  <a:cubicBezTo>
                    <a:pt x="1968692" y="8935"/>
                    <a:pt x="1970651" y="13665"/>
                    <a:pt x="1970651" y="18597"/>
                  </a:cubicBezTo>
                  <a:lnTo>
                    <a:pt x="1970651" y="492277"/>
                  </a:lnTo>
                  <a:cubicBezTo>
                    <a:pt x="1970651" y="497209"/>
                    <a:pt x="1968692" y="501939"/>
                    <a:pt x="1965204" y="505427"/>
                  </a:cubicBezTo>
                  <a:cubicBezTo>
                    <a:pt x="1961717" y="508914"/>
                    <a:pt x="1956987" y="510874"/>
                    <a:pt x="1952054" y="510874"/>
                  </a:cubicBezTo>
                  <a:lnTo>
                    <a:pt x="18597" y="510874"/>
                  </a:lnTo>
                  <a:cubicBezTo>
                    <a:pt x="13665" y="510874"/>
                    <a:pt x="8935" y="508914"/>
                    <a:pt x="5447" y="505427"/>
                  </a:cubicBezTo>
                  <a:cubicBezTo>
                    <a:pt x="1959" y="501939"/>
                    <a:pt x="0" y="497209"/>
                    <a:pt x="0" y="492277"/>
                  </a:cubicBezTo>
                  <a:lnTo>
                    <a:pt x="0" y="18597"/>
                  </a:lnTo>
                  <a:cubicBezTo>
                    <a:pt x="0" y="13665"/>
                    <a:pt x="1959" y="8935"/>
                    <a:pt x="5447" y="5447"/>
                  </a:cubicBezTo>
                  <a:cubicBezTo>
                    <a:pt x="8935" y="1959"/>
                    <a:pt x="13665" y="0"/>
                    <a:pt x="18597" y="0"/>
                  </a:cubicBezTo>
                  <a:close/>
                </a:path>
              </a:pathLst>
            </a:custGeom>
            <a:solidFill>
              <a:srgbClr val="1694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70651" cy="548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8533775" y="6670458"/>
            <a:ext cx="2597990" cy="2587842"/>
            <a:chOff x="0" y="0"/>
            <a:chExt cx="6502400" cy="647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15531" t="0" r="-15531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6948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404921" y="-1328204"/>
            <a:ext cx="4002837" cy="3262312"/>
          </a:xfrm>
          <a:custGeom>
            <a:avLst/>
            <a:gdLst/>
            <a:ahLst/>
            <a:cxnLst/>
            <a:rect r="r" b="b" t="t" l="l"/>
            <a:pathLst>
              <a:path h="3262312" w="4002837">
                <a:moveTo>
                  <a:pt x="0" y="0"/>
                </a:moveTo>
                <a:lnTo>
                  <a:pt x="4002837" y="0"/>
                </a:lnTo>
                <a:lnTo>
                  <a:pt x="4002837" y="3262312"/>
                </a:lnTo>
                <a:lnTo>
                  <a:pt x="0" y="32623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2684943" y="5293072"/>
            <a:ext cx="8539110" cy="9026397"/>
          </a:xfrm>
          <a:custGeom>
            <a:avLst/>
            <a:gdLst/>
            <a:ahLst/>
            <a:cxnLst/>
            <a:rect r="r" b="b" t="t" l="l"/>
            <a:pathLst>
              <a:path h="9026397" w="8539110">
                <a:moveTo>
                  <a:pt x="0" y="0"/>
                </a:moveTo>
                <a:lnTo>
                  <a:pt x="8539110" y="0"/>
                </a:lnTo>
                <a:lnTo>
                  <a:pt x="8539110" y="9026397"/>
                </a:lnTo>
                <a:lnTo>
                  <a:pt x="0" y="9026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143249" y="8148935"/>
            <a:ext cx="4289501" cy="4091112"/>
          </a:xfrm>
          <a:custGeom>
            <a:avLst/>
            <a:gdLst/>
            <a:ahLst/>
            <a:cxnLst/>
            <a:rect r="r" b="b" t="t" l="l"/>
            <a:pathLst>
              <a:path h="4091112" w="4289501">
                <a:moveTo>
                  <a:pt x="0" y="0"/>
                </a:moveTo>
                <a:lnTo>
                  <a:pt x="4289502" y="0"/>
                </a:lnTo>
                <a:lnTo>
                  <a:pt x="4289502" y="4091111"/>
                </a:lnTo>
                <a:lnTo>
                  <a:pt x="0" y="409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4094866" y="-3515283"/>
            <a:ext cx="7194779" cy="7131825"/>
          </a:xfrm>
          <a:custGeom>
            <a:avLst/>
            <a:gdLst/>
            <a:ahLst/>
            <a:cxnLst/>
            <a:rect r="r" b="b" t="t" l="l"/>
            <a:pathLst>
              <a:path h="7131825" w="7194779">
                <a:moveTo>
                  <a:pt x="0" y="0"/>
                </a:moveTo>
                <a:lnTo>
                  <a:pt x="7194779" y="0"/>
                </a:lnTo>
                <a:lnTo>
                  <a:pt x="7194779" y="7131825"/>
                </a:lnTo>
                <a:lnTo>
                  <a:pt x="0" y="7131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131766" y="4875668"/>
            <a:ext cx="4996341" cy="80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72788" y="3177203"/>
            <a:ext cx="1111824" cy="1028437"/>
          </a:xfrm>
          <a:custGeom>
            <a:avLst/>
            <a:gdLst/>
            <a:ahLst/>
            <a:cxnLst/>
            <a:rect r="r" b="b" t="t" l="l"/>
            <a:pathLst>
              <a:path h="1028437" w="1111824">
                <a:moveTo>
                  <a:pt x="0" y="0"/>
                </a:moveTo>
                <a:lnTo>
                  <a:pt x="1111824" y="0"/>
                </a:lnTo>
                <a:lnTo>
                  <a:pt x="1111824" y="1028437"/>
                </a:lnTo>
                <a:lnTo>
                  <a:pt x="0" y="10284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146908" y="1726933"/>
            <a:ext cx="2819211" cy="3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6908" y="2164652"/>
            <a:ext cx="4996341" cy="80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31766" y="4437950"/>
            <a:ext cx="2819211" cy="3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40524" y="1927848"/>
            <a:ext cx="6239618" cy="120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95"/>
              </a:lnSpc>
            </a:pPr>
            <a:r>
              <a:rPr lang="en-US" b="true" sz="6711" spc="154">
                <a:solidFill>
                  <a:srgbClr val="16948A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Conclusions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79232" y="3280877"/>
            <a:ext cx="5697284" cy="210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  <a:p>
            <a:pPr algn="l">
              <a:lnSpc>
                <a:spcPts val="2385"/>
              </a:lnSpc>
            </a:pPr>
          </a:p>
          <a:p>
            <a:pPr algn="l">
              <a:lnSpc>
                <a:spcPts val="2385"/>
              </a:lnSpc>
              <a:spcBef>
                <a:spcPct val="0"/>
              </a:spcBef>
            </a:pPr>
            <a:r>
              <a:rPr lang="en-US" sz="1704">
                <a:solidFill>
                  <a:srgbClr val="293237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31766" y="7293812"/>
            <a:ext cx="2819211" cy="3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31766" y="7731531"/>
            <a:ext cx="4996341" cy="80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Lorem ipsum dolor sit amet, consectetur adipiscing elit. Nulla ullamcorper nulla et blandit ultrices. Nulla aliquam congue enim. Duis imperdiet bibendum.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9677" y="5347718"/>
            <a:ext cx="6200545" cy="2257548"/>
            <a:chOff x="0" y="0"/>
            <a:chExt cx="1584259" cy="576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4259" cy="576811"/>
            </a:xfrm>
            <a:custGeom>
              <a:avLst/>
              <a:gdLst/>
              <a:ahLst/>
              <a:cxnLst/>
              <a:rect r="r" b="b" t="t" l="l"/>
              <a:pathLst>
                <a:path h="576811" w="1584259">
                  <a:moveTo>
                    <a:pt x="23723" y="0"/>
                  </a:moveTo>
                  <a:lnTo>
                    <a:pt x="1560536" y="0"/>
                  </a:lnTo>
                  <a:cubicBezTo>
                    <a:pt x="1573638" y="0"/>
                    <a:pt x="1584259" y="10621"/>
                    <a:pt x="1584259" y="23723"/>
                  </a:cubicBezTo>
                  <a:lnTo>
                    <a:pt x="1584259" y="553088"/>
                  </a:lnTo>
                  <a:cubicBezTo>
                    <a:pt x="1584259" y="566190"/>
                    <a:pt x="1573638" y="576811"/>
                    <a:pt x="1560536" y="576811"/>
                  </a:cubicBezTo>
                  <a:lnTo>
                    <a:pt x="23723" y="576811"/>
                  </a:lnTo>
                  <a:cubicBezTo>
                    <a:pt x="10621" y="576811"/>
                    <a:pt x="0" y="566190"/>
                    <a:pt x="0" y="553088"/>
                  </a:cubicBezTo>
                  <a:lnTo>
                    <a:pt x="0" y="23723"/>
                  </a:lnTo>
                  <a:cubicBezTo>
                    <a:pt x="0" y="10621"/>
                    <a:pt x="10621" y="0"/>
                    <a:pt x="23723" y="0"/>
                  </a:cubicBezTo>
                  <a:close/>
                </a:path>
              </a:pathLst>
            </a:custGeom>
            <a:solidFill>
              <a:srgbClr val="5062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4259" cy="614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87960" y="5578895"/>
            <a:ext cx="4332261" cy="4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7"/>
              </a:lnSpc>
              <a:spcBef>
                <a:spcPct val="0"/>
              </a:spcBef>
            </a:pPr>
            <a:r>
              <a:rPr lang="en-US" b="true" sz="24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Alexander Aronowitz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100090" y="7108567"/>
            <a:ext cx="5498019" cy="4480885"/>
          </a:xfrm>
          <a:custGeom>
            <a:avLst/>
            <a:gdLst/>
            <a:ahLst/>
            <a:cxnLst/>
            <a:rect r="r" b="b" t="t" l="l"/>
            <a:pathLst>
              <a:path h="4480885" w="5498019">
                <a:moveTo>
                  <a:pt x="0" y="0"/>
                </a:moveTo>
                <a:lnTo>
                  <a:pt x="5498019" y="0"/>
                </a:lnTo>
                <a:lnTo>
                  <a:pt x="5498019" y="4480885"/>
                </a:lnTo>
                <a:lnTo>
                  <a:pt x="0" y="448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80887" y="1955796"/>
            <a:ext cx="7239335" cy="1672760"/>
            <a:chOff x="0" y="0"/>
            <a:chExt cx="1566733" cy="3620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6733" cy="362018"/>
            </a:xfrm>
            <a:custGeom>
              <a:avLst/>
              <a:gdLst/>
              <a:ahLst/>
              <a:cxnLst/>
              <a:rect r="r" b="b" t="t" l="l"/>
              <a:pathLst>
                <a:path h="362018" w="1566733">
                  <a:moveTo>
                    <a:pt x="13903" y="0"/>
                  </a:moveTo>
                  <a:lnTo>
                    <a:pt x="1552831" y="0"/>
                  </a:lnTo>
                  <a:cubicBezTo>
                    <a:pt x="1556518" y="0"/>
                    <a:pt x="1560054" y="1465"/>
                    <a:pt x="1562661" y="4072"/>
                  </a:cubicBezTo>
                  <a:cubicBezTo>
                    <a:pt x="1565269" y="6679"/>
                    <a:pt x="1566733" y="10215"/>
                    <a:pt x="1566733" y="13903"/>
                  </a:cubicBezTo>
                  <a:lnTo>
                    <a:pt x="1566733" y="348115"/>
                  </a:lnTo>
                  <a:cubicBezTo>
                    <a:pt x="1566733" y="355793"/>
                    <a:pt x="1560509" y="362018"/>
                    <a:pt x="1552831" y="362018"/>
                  </a:cubicBezTo>
                  <a:lnTo>
                    <a:pt x="13903" y="362018"/>
                  </a:lnTo>
                  <a:cubicBezTo>
                    <a:pt x="6224" y="362018"/>
                    <a:pt x="0" y="355793"/>
                    <a:pt x="0" y="348115"/>
                  </a:cubicBezTo>
                  <a:lnTo>
                    <a:pt x="0" y="13903"/>
                  </a:lnTo>
                  <a:cubicBezTo>
                    <a:pt x="0" y="6224"/>
                    <a:pt x="6224" y="0"/>
                    <a:pt x="13903" y="0"/>
                  </a:cubicBezTo>
                  <a:close/>
                </a:path>
              </a:pathLst>
            </a:custGeom>
            <a:ln w="38100" cap="sq">
              <a:solidFill>
                <a:srgbClr val="5062C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566733" cy="48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5062C6"/>
                  </a:solidFill>
                  <a:latin typeface="Open Sans"/>
                  <a:ea typeface="Open Sans"/>
                  <a:cs typeface="Open Sans"/>
                  <a:sym typeface="Open Sans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20221" y="8656102"/>
            <a:ext cx="3340175" cy="3185692"/>
          </a:xfrm>
          <a:custGeom>
            <a:avLst/>
            <a:gdLst/>
            <a:ahLst/>
            <a:cxnLst/>
            <a:rect r="r" b="b" t="t" l="l"/>
            <a:pathLst>
              <a:path h="3185692" w="3340175">
                <a:moveTo>
                  <a:pt x="0" y="0"/>
                </a:moveTo>
                <a:lnTo>
                  <a:pt x="3340175" y="0"/>
                </a:lnTo>
                <a:lnTo>
                  <a:pt x="3340175" y="3185692"/>
                </a:lnTo>
                <a:lnTo>
                  <a:pt x="0" y="3185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38390" y="5814046"/>
            <a:ext cx="2420910" cy="801926"/>
          </a:xfrm>
          <a:custGeom>
            <a:avLst/>
            <a:gdLst/>
            <a:ahLst/>
            <a:cxnLst/>
            <a:rect r="r" b="b" t="t" l="l"/>
            <a:pathLst>
              <a:path h="801926" w="2420910">
                <a:moveTo>
                  <a:pt x="0" y="0"/>
                </a:moveTo>
                <a:lnTo>
                  <a:pt x="2420910" y="0"/>
                </a:lnTo>
                <a:lnTo>
                  <a:pt x="2420910" y="801926"/>
                </a:lnTo>
                <a:lnTo>
                  <a:pt x="0" y="801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29546" y="6379106"/>
            <a:ext cx="1600112" cy="1038747"/>
          </a:xfrm>
          <a:custGeom>
            <a:avLst/>
            <a:gdLst/>
            <a:ahLst/>
            <a:cxnLst/>
            <a:rect r="r" b="b" t="t" l="l"/>
            <a:pathLst>
              <a:path h="1038747" w="1600112">
                <a:moveTo>
                  <a:pt x="0" y="0"/>
                </a:moveTo>
                <a:lnTo>
                  <a:pt x="1600112" y="0"/>
                </a:lnTo>
                <a:lnTo>
                  <a:pt x="1600112" y="1038746"/>
                </a:lnTo>
                <a:lnTo>
                  <a:pt x="0" y="103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29602" y="-2307556"/>
            <a:ext cx="7048814" cy="7451056"/>
          </a:xfrm>
          <a:custGeom>
            <a:avLst/>
            <a:gdLst/>
            <a:ahLst/>
            <a:cxnLst/>
            <a:rect r="r" b="b" t="t" l="l"/>
            <a:pathLst>
              <a:path h="7451056" w="7048814">
                <a:moveTo>
                  <a:pt x="0" y="0"/>
                </a:moveTo>
                <a:lnTo>
                  <a:pt x="7048814" y="0"/>
                </a:lnTo>
                <a:lnTo>
                  <a:pt x="7048814" y="7451056"/>
                </a:lnTo>
                <a:lnTo>
                  <a:pt x="0" y="745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59835" y="4672483"/>
            <a:ext cx="3429170" cy="51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7"/>
              </a:lnSpc>
            </a:pPr>
            <a:r>
              <a:rPr lang="en-US" sz="3040" b="true">
                <a:solidFill>
                  <a:srgbClr val="506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 us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037948" y="4976063"/>
            <a:ext cx="2950012" cy="2938488"/>
            <a:chOff x="0" y="0"/>
            <a:chExt cx="6502400" cy="647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7"/>
              <a:stretch>
                <a:fillRect l="-24665" t="0" r="-2466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5062C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987960" y="6167384"/>
            <a:ext cx="4212451" cy="117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561" indent="-24128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+123-456-7890</a:t>
            </a:r>
          </a:p>
          <a:p>
            <a:pPr algn="l" marL="482561" indent="-24128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www.reallygreatsite.com</a:t>
            </a:r>
          </a:p>
          <a:p>
            <a:pPr algn="l" marL="482561" indent="-24128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hello@reallygreatsite.com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9120" y="3519617"/>
            <a:ext cx="2211268" cy="1435491"/>
          </a:xfrm>
          <a:custGeom>
            <a:avLst/>
            <a:gdLst/>
            <a:ahLst/>
            <a:cxnLst/>
            <a:rect r="r" b="b" t="t" l="l"/>
            <a:pathLst>
              <a:path h="1435491" w="2211268">
                <a:moveTo>
                  <a:pt x="0" y="0"/>
                </a:moveTo>
                <a:lnTo>
                  <a:pt x="2211268" y="0"/>
                </a:lnTo>
                <a:lnTo>
                  <a:pt x="2211268" y="1435492"/>
                </a:lnTo>
                <a:lnTo>
                  <a:pt x="0" y="1435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8013" y="3140105"/>
            <a:ext cx="1644847" cy="1815004"/>
          </a:xfrm>
          <a:custGeom>
            <a:avLst/>
            <a:gdLst/>
            <a:ahLst/>
            <a:cxnLst/>
            <a:rect r="r" b="b" t="t" l="l"/>
            <a:pathLst>
              <a:path h="1815004" w="1644847">
                <a:moveTo>
                  <a:pt x="0" y="0"/>
                </a:moveTo>
                <a:lnTo>
                  <a:pt x="1644847" y="0"/>
                </a:lnTo>
                <a:lnTo>
                  <a:pt x="1644847" y="1815004"/>
                </a:lnTo>
                <a:lnTo>
                  <a:pt x="0" y="181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98013" y="5105655"/>
            <a:ext cx="1757243" cy="1625450"/>
          </a:xfrm>
          <a:custGeom>
            <a:avLst/>
            <a:gdLst/>
            <a:ahLst/>
            <a:cxnLst/>
            <a:rect r="r" b="b" t="t" l="l"/>
            <a:pathLst>
              <a:path h="1625450" w="1757243">
                <a:moveTo>
                  <a:pt x="0" y="0"/>
                </a:moveTo>
                <a:lnTo>
                  <a:pt x="1757243" y="0"/>
                </a:lnTo>
                <a:lnTo>
                  <a:pt x="1757243" y="1625450"/>
                </a:lnTo>
                <a:lnTo>
                  <a:pt x="0" y="1625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63771" y="5277129"/>
            <a:ext cx="1578574" cy="1668656"/>
          </a:xfrm>
          <a:custGeom>
            <a:avLst/>
            <a:gdLst/>
            <a:ahLst/>
            <a:cxnLst/>
            <a:rect r="r" b="b" t="t" l="l"/>
            <a:pathLst>
              <a:path h="1668656" w="1578574">
                <a:moveTo>
                  <a:pt x="0" y="0"/>
                </a:moveTo>
                <a:lnTo>
                  <a:pt x="1578575" y="0"/>
                </a:lnTo>
                <a:lnTo>
                  <a:pt x="1578575" y="1668656"/>
                </a:lnTo>
                <a:lnTo>
                  <a:pt x="0" y="1668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51830" y="5313395"/>
            <a:ext cx="1914933" cy="1243119"/>
          </a:xfrm>
          <a:custGeom>
            <a:avLst/>
            <a:gdLst/>
            <a:ahLst/>
            <a:cxnLst/>
            <a:rect r="r" b="b" t="t" l="l"/>
            <a:pathLst>
              <a:path h="1243119" w="1914933">
                <a:moveTo>
                  <a:pt x="0" y="0"/>
                </a:moveTo>
                <a:lnTo>
                  <a:pt x="1914933" y="0"/>
                </a:lnTo>
                <a:lnTo>
                  <a:pt x="1914933" y="1243119"/>
                </a:lnTo>
                <a:lnTo>
                  <a:pt x="0" y="1243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66763" y="3701080"/>
            <a:ext cx="2429458" cy="804758"/>
          </a:xfrm>
          <a:custGeom>
            <a:avLst/>
            <a:gdLst/>
            <a:ahLst/>
            <a:cxnLst/>
            <a:rect r="r" b="b" t="t" l="l"/>
            <a:pathLst>
              <a:path h="804758" w="2429458">
                <a:moveTo>
                  <a:pt x="0" y="0"/>
                </a:moveTo>
                <a:lnTo>
                  <a:pt x="2429458" y="0"/>
                </a:lnTo>
                <a:lnTo>
                  <a:pt x="2429458" y="804758"/>
                </a:lnTo>
                <a:lnTo>
                  <a:pt x="0" y="804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11778" y="3479303"/>
            <a:ext cx="2075146" cy="1691244"/>
          </a:xfrm>
          <a:custGeom>
            <a:avLst/>
            <a:gdLst/>
            <a:ahLst/>
            <a:cxnLst/>
            <a:rect r="r" b="b" t="t" l="l"/>
            <a:pathLst>
              <a:path h="1691244" w="2075146">
                <a:moveTo>
                  <a:pt x="0" y="0"/>
                </a:moveTo>
                <a:lnTo>
                  <a:pt x="2075147" y="0"/>
                </a:lnTo>
                <a:lnTo>
                  <a:pt x="2075147" y="1691244"/>
                </a:lnTo>
                <a:lnTo>
                  <a:pt x="0" y="16912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34596" y="5170547"/>
            <a:ext cx="1627740" cy="1720627"/>
          </a:xfrm>
          <a:custGeom>
            <a:avLst/>
            <a:gdLst/>
            <a:ahLst/>
            <a:cxnLst/>
            <a:rect r="r" b="b" t="t" l="l"/>
            <a:pathLst>
              <a:path h="1720627" w="1627740">
                <a:moveTo>
                  <a:pt x="0" y="0"/>
                </a:moveTo>
                <a:lnTo>
                  <a:pt x="1627740" y="0"/>
                </a:lnTo>
                <a:lnTo>
                  <a:pt x="1627740" y="1720627"/>
                </a:lnTo>
                <a:lnTo>
                  <a:pt x="0" y="1720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44039" y="5062449"/>
            <a:ext cx="1899961" cy="1883336"/>
          </a:xfrm>
          <a:custGeom>
            <a:avLst/>
            <a:gdLst/>
            <a:ahLst/>
            <a:cxnLst/>
            <a:rect r="r" b="b" t="t" l="l"/>
            <a:pathLst>
              <a:path h="1883336" w="1899961">
                <a:moveTo>
                  <a:pt x="0" y="0"/>
                </a:moveTo>
                <a:lnTo>
                  <a:pt x="1899961" y="0"/>
                </a:lnTo>
                <a:lnTo>
                  <a:pt x="1899961" y="1883336"/>
                </a:lnTo>
                <a:lnTo>
                  <a:pt x="0" y="1883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42812" y="4955109"/>
            <a:ext cx="1476559" cy="1629306"/>
          </a:xfrm>
          <a:custGeom>
            <a:avLst/>
            <a:gdLst/>
            <a:ahLst/>
            <a:cxnLst/>
            <a:rect r="r" b="b" t="t" l="l"/>
            <a:pathLst>
              <a:path h="1629306" w="1476559">
                <a:moveTo>
                  <a:pt x="0" y="0"/>
                </a:moveTo>
                <a:lnTo>
                  <a:pt x="1476559" y="0"/>
                </a:lnTo>
                <a:lnTo>
                  <a:pt x="1476559" y="1629306"/>
                </a:lnTo>
                <a:lnTo>
                  <a:pt x="0" y="1629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19953">
            <a:off x="14187689" y="3340473"/>
            <a:ext cx="1711330" cy="1735189"/>
          </a:xfrm>
          <a:custGeom>
            <a:avLst/>
            <a:gdLst/>
            <a:ahLst/>
            <a:cxnLst/>
            <a:rect r="r" b="b" t="t" l="l"/>
            <a:pathLst>
              <a:path h="1735189" w="1711330">
                <a:moveTo>
                  <a:pt x="0" y="0"/>
                </a:moveTo>
                <a:lnTo>
                  <a:pt x="1711329" y="0"/>
                </a:lnTo>
                <a:lnTo>
                  <a:pt x="1711329" y="1735189"/>
                </a:lnTo>
                <a:lnTo>
                  <a:pt x="0" y="17351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44039" y="3324876"/>
            <a:ext cx="1762413" cy="1630232"/>
          </a:xfrm>
          <a:custGeom>
            <a:avLst/>
            <a:gdLst/>
            <a:ahLst/>
            <a:cxnLst/>
            <a:rect r="r" b="b" t="t" l="l"/>
            <a:pathLst>
              <a:path h="1630232" w="1762413">
                <a:moveTo>
                  <a:pt x="0" y="0"/>
                </a:moveTo>
                <a:lnTo>
                  <a:pt x="1762414" y="0"/>
                </a:lnTo>
                <a:lnTo>
                  <a:pt x="1762414" y="1630233"/>
                </a:lnTo>
                <a:lnTo>
                  <a:pt x="0" y="16302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1830" y="6731105"/>
            <a:ext cx="2321974" cy="2214583"/>
          </a:xfrm>
          <a:custGeom>
            <a:avLst/>
            <a:gdLst/>
            <a:ahLst/>
            <a:cxnLst/>
            <a:rect r="r" b="b" t="t" l="l"/>
            <a:pathLst>
              <a:path h="2214583" w="2321974">
                <a:moveTo>
                  <a:pt x="0" y="0"/>
                </a:moveTo>
                <a:lnTo>
                  <a:pt x="2321974" y="0"/>
                </a:lnTo>
                <a:lnTo>
                  <a:pt x="2321974" y="2214582"/>
                </a:lnTo>
                <a:lnTo>
                  <a:pt x="0" y="2214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75535" y="7085053"/>
            <a:ext cx="411114" cy="1636275"/>
          </a:xfrm>
          <a:custGeom>
            <a:avLst/>
            <a:gdLst/>
            <a:ahLst/>
            <a:cxnLst/>
            <a:rect r="r" b="b" t="t" l="l"/>
            <a:pathLst>
              <a:path h="1636275" w="411114">
                <a:moveTo>
                  <a:pt x="0" y="0"/>
                </a:moveTo>
                <a:lnTo>
                  <a:pt x="411114" y="0"/>
                </a:lnTo>
                <a:lnTo>
                  <a:pt x="411114" y="1636275"/>
                </a:lnTo>
                <a:lnTo>
                  <a:pt x="0" y="1636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037095" y="7340012"/>
            <a:ext cx="2106905" cy="1126356"/>
          </a:xfrm>
          <a:custGeom>
            <a:avLst/>
            <a:gdLst/>
            <a:ahLst/>
            <a:cxnLst/>
            <a:rect r="r" b="b" t="t" l="l"/>
            <a:pathLst>
              <a:path h="1126356" w="2106905">
                <a:moveTo>
                  <a:pt x="0" y="0"/>
                </a:moveTo>
                <a:lnTo>
                  <a:pt x="2106905" y="0"/>
                </a:lnTo>
                <a:lnTo>
                  <a:pt x="2106905" y="1126356"/>
                </a:lnTo>
                <a:lnTo>
                  <a:pt x="0" y="11263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73522" y="7293726"/>
            <a:ext cx="1751658" cy="1427601"/>
          </a:xfrm>
          <a:custGeom>
            <a:avLst/>
            <a:gdLst/>
            <a:ahLst/>
            <a:cxnLst/>
            <a:rect r="r" b="b" t="t" l="l"/>
            <a:pathLst>
              <a:path h="1427601" w="1751658">
                <a:moveTo>
                  <a:pt x="0" y="0"/>
                </a:moveTo>
                <a:lnTo>
                  <a:pt x="1751658" y="0"/>
                </a:lnTo>
                <a:lnTo>
                  <a:pt x="1751658" y="1427602"/>
                </a:lnTo>
                <a:lnTo>
                  <a:pt x="0" y="14276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493829" y="7176788"/>
            <a:ext cx="518459" cy="1452805"/>
          </a:xfrm>
          <a:custGeom>
            <a:avLst/>
            <a:gdLst/>
            <a:ahLst/>
            <a:cxnLst/>
            <a:rect r="r" b="b" t="t" l="l"/>
            <a:pathLst>
              <a:path h="1452805" w="518459">
                <a:moveTo>
                  <a:pt x="0" y="0"/>
                </a:moveTo>
                <a:lnTo>
                  <a:pt x="518459" y="0"/>
                </a:lnTo>
                <a:lnTo>
                  <a:pt x="518459" y="1452805"/>
                </a:lnTo>
                <a:lnTo>
                  <a:pt x="0" y="14528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43732" y="7293726"/>
            <a:ext cx="520040" cy="1419904"/>
          </a:xfrm>
          <a:custGeom>
            <a:avLst/>
            <a:gdLst/>
            <a:ahLst/>
            <a:cxnLst/>
            <a:rect r="r" b="b" t="t" l="l"/>
            <a:pathLst>
              <a:path h="1419904" w="520040">
                <a:moveTo>
                  <a:pt x="0" y="0"/>
                </a:moveTo>
                <a:lnTo>
                  <a:pt x="520039" y="0"/>
                </a:lnTo>
                <a:lnTo>
                  <a:pt x="520039" y="1419904"/>
                </a:lnTo>
                <a:lnTo>
                  <a:pt x="0" y="14199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061955" y="7108466"/>
            <a:ext cx="1756843" cy="1837221"/>
          </a:xfrm>
          <a:custGeom>
            <a:avLst/>
            <a:gdLst/>
            <a:ahLst/>
            <a:cxnLst/>
            <a:rect r="r" b="b" t="t" l="l"/>
            <a:pathLst>
              <a:path h="1837221" w="1756843">
                <a:moveTo>
                  <a:pt x="0" y="0"/>
                </a:moveTo>
                <a:lnTo>
                  <a:pt x="1756843" y="0"/>
                </a:lnTo>
                <a:lnTo>
                  <a:pt x="1756843" y="1837221"/>
                </a:lnTo>
                <a:lnTo>
                  <a:pt x="0" y="18372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07361" y="1491858"/>
            <a:ext cx="6073278" cy="78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4628">
                <a:solidFill>
                  <a:srgbClr val="506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Resource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062C6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DAHEHbvpRaY</dc:identifier>
  <dcterms:modified xsi:type="dcterms:W3CDTF">2011-08-01T06:04:30Z</dcterms:modified>
  <cp:revision>1</cp:revision>
  <dc:title>Blue and White Professional Science Project Presentation</dc:title>
</cp:coreProperties>
</file>